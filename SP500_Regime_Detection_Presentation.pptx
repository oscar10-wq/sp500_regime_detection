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9" r:id="rId4"/>
  </p:sldMasterIdLst>
  <p:notesMasterIdLst>
    <p:notesMasterId r:id="rId19"/>
  </p:notesMasterIdLst>
  <p:handoutMasterIdLst>
    <p:handoutMasterId r:id="rId20"/>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0777"/>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35" autoAdjust="0"/>
    <p:restoredTop sz="96197"/>
  </p:normalViewPr>
  <p:slideViewPr>
    <p:cSldViewPr snapToGrid="0" snapToObjects="1">
      <p:cViewPr varScale="1">
        <p:scale>
          <a:sx n="124" d="100"/>
          <a:sy n="124" d="100"/>
        </p:scale>
        <p:origin x="312" y="1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9B173D-BDE1-334A-A54B-AB7416F088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A8520C-8460-0D42-86C9-D0794A4B3E8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4B85B03-F712-974C-A1D8-1F9A468F5B60}" type="datetimeFigureOut">
              <a:rPr lang="en-US" smtClean="0"/>
              <a:t>3/15/26</a:t>
            </a:fld>
            <a:endParaRPr lang="en-US"/>
          </a:p>
        </p:txBody>
      </p:sp>
      <p:sp>
        <p:nvSpPr>
          <p:cNvPr id="4" name="Footer Placeholder 3">
            <a:extLst>
              <a:ext uri="{FF2B5EF4-FFF2-40B4-BE49-F238E27FC236}">
                <a16:creationId xmlns:a16="http://schemas.microsoft.com/office/drawing/2014/main" id="{CE5F3C87-CBF7-CC4C-8F0D-1EB8B063577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B9DA787-5DE4-CD4A-B75E-AC89ED789C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074958-CA5E-0C46-B182-67DF590DF54A}" type="slidenum">
              <a:rPr lang="en-US" smtClean="0"/>
              <a:t>‹#›</a:t>
            </a:fld>
            <a:endParaRPr lang="en-US"/>
          </a:p>
        </p:txBody>
      </p:sp>
    </p:spTree>
    <p:extLst>
      <p:ext uri="{BB962C8B-B14F-4D97-AF65-F5344CB8AC3E}">
        <p14:creationId xmlns:p14="http://schemas.microsoft.com/office/powerpoint/2010/main" val="37504699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33EF3F-35E2-3B43-BF81-CFC248C52316}" type="datetimeFigureOut">
              <a:rPr lang="en-US" smtClean="0"/>
              <a:t>3/15/26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C03F89-1949-E64B-AC42-D3BE5974B6DB}" type="slidenum">
              <a:rPr lang="en-US" smtClean="0"/>
              <a:t>‹#›</a:t>
            </a:fld>
            <a:endParaRPr lang="en-US"/>
          </a:p>
        </p:txBody>
      </p:sp>
    </p:spTree>
    <p:extLst>
      <p:ext uri="{BB962C8B-B14F-4D97-AF65-F5344CB8AC3E}">
        <p14:creationId xmlns:p14="http://schemas.microsoft.com/office/powerpoint/2010/main" val="2227265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~30 seconds]</a:t>
            </a:r>
          </a:p>
          <a:p>
            <a:endParaRPr/>
          </a:p>
          <a:p>
            <a:r>
              <a:t>Good morning/afternoon everyone. We are Group 4 from COMP0047, and today we're presenting our research on S&amp;P 500 regime detection.</a:t>
            </a:r>
          </a:p>
          <a:p>
            <a:endParaRPr/>
          </a:p>
          <a:p>
            <a:r>
              <a:t>Our core question is simple but important: are Federal Reserve interest rate hikes the main trigger that switches the stock market from a bull market to a bear market? This is a widely held belief in finance, and we set out to test it using data science methods.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~1 minute]</a:t>
            </a:r>
          </a:p>
          <a:p>
            <a:endParaRPr/>
          </a:p>
          <a:p>
            <a:r>
              <a:t>Let me first define what we mean by market regimes. A bull market is a sustained period where the S&amp;P 500 has risen at least 20 percent from its most recent low point. A bear market is a sustained drop of at least 20 percent from a recent peak.</a:t>
            </a:r>
          </a:p>
          <a:p>
            <a:endParaRPr/>
          </a:p>
          <a:p>
            <a:r>
              <a:t>We applied this standard 20 percent threshold to 25 years of monthly S&amp;P 500 data — from January 2000 to January 2026 — giving us 312 monthly observations. Out of these, roughly 260 are bull months and only 52 are bear months, so we have a 5-to-1 class imbalance. This is important because it means our models could achieve 80 percent accuracy just by always predicting bull — so we had to account for this bias in our methodology.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~1 minute]</a:t>
            </a:r>
          </a:p>
          <a:p>
            <a:endParaRPr/>
          </a:p>
          <a:p>
            <a:r>
              <a:t>Our feature set spans three categories. First, technical indicators — these are market-derived signals like RSI, which measures buying versus selling pressure, Rate of Change, MACD for trend momentum, and the VIX, which is often called the "fear index."</a:t>
            </a:r>
          </a:p>
          <a:p>
            <a:endParaRPr/>
          </a:p>
          <a:p>
            <a:r>
              <a:t>Second, macroeconomic variables — Real GDP, unemployment, and inflation measured by the Core PCE index. These update monthly or quarterly.</a:t>
            </a:r>
          </a:p>
          <a:p>
            <a:endParaRPr/>
          </a:p>
          <a:p>
            <a:r>
              <a:t>Third, the Federal Reserve variables at the heart of our question — the Fed Funds Rate itself, and the 10-year minus 2-year Treasury spread, which is widely watched as a recession indicator when it inverts.</a:t>
            </a:r>
          </a:p>
          <a:p>
            <a:endParaRPr/>
          </a:p>
          <a:p>
            <a:r>
              <a:t>We pulled all data from Yahoo Finance and the FRED API, applied stationarity transforms, and removed redundant features to arrive at 12 clean features across 312 months.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~1 minute]</a:t>
            </a:r>
          </a:p>
          <a:p>
            <a:endParaRPr/>
          </a:p>
          <a:p>
            <a:r>
              <a:t>Before modelling, we explored the data with a correlation heatmap. What immediately stands out is that the technical indicators — RSI, ROC, the MACD family — form a tight cluster of inter-correlations. They move together because they all measure different aspects of market momentum.</a:t>
            </a:r>
          </a:p>
          <a:p>
            <a:endParaRPr/>
          </a:p>
          <a:p>
            <a:r>
              <a:t>Now look at the Fed Funds Rate. Its correlation with the regime label is essentially zero — negative 0.02. Compare that to RSI at 0.66 or ROC at 0.68. Even at this exploratory stage, the data is already hinting that market momentum has a much stronger linear relationship with regimes than the Fed rate does.</a:t>
            </a:r>
          </a:p>
          <a:p>
            <a:endParaRPr/>
          </a:p>
          <a:p>
            <a:r>
              <a:t>This motivated us to use formal modelling to test whether this pattern holds up.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~1 minute]</a:t>
            </a:r>
          </a:p>
          <a:p>
            <a:endParaRPr/>
          </a:p>
          <a:p>
            <a:r>
              <a:t>We trained three classification models. Logistic Regression is our linear baseline — it achieved 90.5 percent accuracy. Random Forest and Gradient Boosting are both non-linear, tree-based models that achieved about 81 percent each.</a:t>
            </a:r>
          </a:p>
          <a:p>
            <a:endParaRPr/>
          </a:p>
          <a:p>
            <a:r>
              <a:t>Why three models? Because each captures different patterns. Logistic Regression finds linear relationships. Random Forest and Gradient Boosting can detect non-linear, complex interactions between features. If the Fed Rate is truly a dominant driver, all three should rank it highly.</a:t>
            </a:r>
          </a:p>
          <a:p>
            <a:endParaRPr/>
          </a:p>
          <a:p>
            <a:r>
              <a:t>We used a chronological 80/20 split — training on 2000 to 2020 and testing on 2020 to 2026 — so there's no future data leakage. Random Forest also uses balanced class weights to address the 5-to-1 imbalance.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~1 minute]</a:t>
            </a:r>
          </a:p>
          <a:p>
            <a:endParaRPr/>
          </a:p>
          <a:p>
            <a:r>
              <a:t>Here are the Random Forest feature importance rankings, measured by Mean Decrease in Impurity. Look at the top: RSI ranks first, Rate of Change second, and the MACD histogram third. These are all momentum indicators — they measure how fast and in what direction the market is moving.</a:t>
            </a:r>
          </a:p>
          <a:p>
            <a:endParaRPr/>
          </a:p>
          <a:p>
            <a:r>
              <a:t>Now look at where the Fed Funds Rate sits — it's 11th out of 12 features. It barely contributes to the model's ability to distinguish bull from bear months.</a:t>
            </a:r>
          </a:p>
          <a:p>
            <a:endParaRPr/>
          </a:p>
          <a:p>
            <a:r>
              <a:t>Even the VIX — the fear index — outranks all macroeconomic variables. This tells us that the market's own internal dynamics — its speed, its momentum, its fear level — are far more informative than what the Federal Reserve is doing with interest rates.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~1 minute]</a:t>
            </a:r>
          </a:p>
          <a:p>
            <a:endParaRPr/>
          </a:p>
          <a:p>
            <a:r>
              <a:t>Now here's something interesting. Logistic Regression actually ranks the Fed Rate at number 2 out of 12. But the non-linear models — Random Forest and Gradient Boosting — both rank it near the bottom, at 11th and 10th.</a:t>
            </a:r>
          </a:p>
          <a:p>
            <a:endParaRPr/>
          </a:p>
          <a:p>
            <a:r>
              <a:t>Why the disagreement? Logistic Regression is detecting a genuine linear correlation: the Fed tends to raise rates when the economy is strong, which is also when we're in a bull market. Higher rates and bull markets happen at the same time.</a:t>
            </a:r>
          </a:p>
          <a:p>
            <a:endParaRPr/>
          </a:p>
          <a:p>
            <a:r>
              <a:t>But that's correlation, not causation. The Fed raises rates because the economy is doing well — not the other way around. The tree-based models, which can look beyond simple linear patterns, see through this and rank it low.</a:t>
            </a:r>
          </a:p>
          <a:p>
            <a:endParaRPr/>
          </a:p>
          <a:p>
            <a:r>
              <a:t>The cross-model average is 7.7 out of 12 — middle of the pack, not a dominant driver.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~1.5 minutes]</a:t>
            </a:r>
          </a:p>
          <a:p>
            <a:endParaRPr/>
          </a:p>
          <a:p>
            <a:r>
              <a:t>At this point, we asked ourselves: could the raw Fed Rate be weak simply because markets anticipate rate changes before they're announced? By the time the Fed officially hikes, the market may have already priced it in months ago.</a:t>
            </a:r>
          </a:p>
          <a:p>
            <a:endParaRPr/>
          </a:p>
          <a:p>
            <a:r>
              <a:t>To test this, we engineered new features: 3-month and 6-month lags — capturing where the rate was in the past — and deltas — capturing how fast the rate was changing. This expanded our feature set to 23 variables, so we applied L1 regularisation, also known as Lasso, to prune redundant features. This brought us back down to 11.</a:t>
            </a:r>
          </a:p>
          <a:p>
            <a:endParaRPr/>
          </a:p>
          <a:p>
            <a:r>
              <a:t>The results were striking. Two Fed features survived the pruning. The 6-month rate of change — how fast the Fed has been hiking — jumped to rank 3 in Random Forest. The 3-month lag jumped to rank 3 in Gradient Boosting.</a:t>
            </a:r>
          </a:p>
          <a:p>
            <a:endParaRPr/>
          </a:p>
          <a:p>
            <a:r>
              <a:t>So the raw level doesn't tell the models much, but how fast and when the Fed moves carries real signal. It's not the rate itself — it's the momentum of rate changes.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~1 minute]</a:t>
            </a:r>
          </a:p>
          <a:p>
            <a:endParaRPr/>
          </a:p>
          <a:p>
            <a:r>
              <a:t>Next we asked: does the Fed rate even Granger-cause regime changes? Granger causality tests whether adding lagged Fed variables improves our ability to predict regimes beyond what market signals like VIX and RSI already tell us.</a:t>
            </a:r>
          </a:p>
          <a:p>
            <a:endParaRPr/>
          </a:p>
          <a:p>
            <a:r>
              <a:t>We tested four Fed variables across five different lag lengths and applied a Benjamini-Hochberg correction for multiple testing. The result: after controlling for market signals, the Fed adds at most 2.5 percent to the explained variance. That's essentially nothing. None of the results pass the F-statistic significance threshold.</a:t>
            </a:r>
          </a:p>
          <a:p>
            <a:endParaRPr/>
          </a:p>
          <a:p>
            <a:r>
              <a:t>In plain English: once you already know what the market's own momentum and volatility are doing, knowing the Fed rate gives you almost no additional information about regime switches.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~1.5 minutes]</a:t>
            </a:r>
          </a:p>
          <a:p>
            <a:endParaRPr/>
          </a:p>
          <a:p>
            <a:r>
              <a:t>This is one of our most compelling findings. We identified 23 rate hike cycle starts — defined as the first hike after at least three months of no hikes — and tracked what happened to the S&amp;P 500 in a window from 12 months before to 24 months after.</a:t>
            </a:r>
          </a:p>
          <a:p>
            <a:endParaRPr/>
          </a:p>
          <a:p>
            <a:r>
              <a:t>If rate hikes trigger bear markets, we'd expect bear frequency to spike right after the first hike. But look at what actually happens — it's the opposite. Bear market frequency is 23.6 percent in the 12 months before the hike, drops to 18.5 percent in the first year after, and falls further to just 11.2 percent in the second year.</a:t>
            </a:r>
          </a:p>
          <a:p>
            <a:endParaRPr/>
          </a:p>
          <a:p>
            <a:r>
              <a:t>The blue average line shows that the S&amp;P 500 continues rising after hike cycles begin. The wide shaded band shows there's huge variation — some cycles ended in crashes like 2007 and 2022, but on average, rate hikes happen during good times and the market continues to do well.</a:t>
            </a:r>
          </a:p>
          <a:p>
            <a:endParaRPr/>
          </a:p>
          <a:p>
            <a:r>
              <a:t>This directly contradicts the idea that rate hikes are a bear market trigger.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~1 minute]</a:t>
            </a:r>
          </a:p>
          <a:p>
            <a:endParaRPr/>
          </a:p>
          <a:p>
            <a:r>
              <a:t>Finally, we built a correlation network — a graph where each feature is a node, and edges connect features with correlations above 0.3.</a:t>
            </a:r>
          </a:p>
          <a:p>
            <a:endParaRPr/>
          </a:p>
          <a:p>
            <a:r>
              <a:t>This visualisation makes the structural story immediately clear. On the right you can see the ego network centred on the Regime node. The technical indicators — RSI, ROC, MACDH, VIX — cluster tightly around it with an average absolute correlation of 0.49. They are the regime node's immediate neighbours.</a:t>
            </a:r>
          </a:p>
          <a:p>
            <a:endParaRPr/>
          </a:p>
          <a:p>
            <a:r>
              <a:t>The macroeconomic variables sit further away, with an average of just 0.11. And the Fed Funds Rate? It's the most isolated node in the entire graph, with only 3 edges and a correlation of negative 0.02 with Regime. It's essentially disconnected from regime states.</a:t>
            </a:r>
          </a:p>
          <a:p>
            <a:endParaRPr/>
          </a:p>
          <a:p>
            <a:r>
              <a:t>This visual captures in one image what every quantitative analysis found.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~1.5 minutes]</a:t>
            </a:r>
          </a:p>
          <a:p>
            <a:endParaRPr/>
          </a:p>
          <a:p>
            <a:r>
              <a:t>So to answer our research question: no, Federal Reserve rate hikes are not the main trigger for bear market regimes.</a:t>
            </a:r>
          </a:p>
          <a:p>
            <a:endParaRPr/>
          </a:p>
          <a:p>
            <a:r>
              <a:t>All four of our analyses converge on this conclusion. Feature importance ranks the Fed at 7.7 out of 12 on average. Granger causality shows the Fed adds at most 2.5 percent beyond market signals. The event study shows bear frequency actually falls after hike cycles begin. And the network analysis shows the Fed rate is the most structurally isolated node from regime states.</a:t>
            </a:r>
          </a:p>
          <a:p>
            <a:endParaRPr/>
          </a:p>
          <a:p>
            <a:r>
              <a:t>What does drive regime switches? The market's own momentum — RSI and Rate of Change — and volatility, captured by the VIX. Markets predict their own turning points through deceleration and fear, not through interest rates.</a:t>
            </a:r>
          </a:p>
          <a:p>
            <a:endParaRPr/>
          </a:p>
          <a:p>
            <a:r>
              <a:t>However, there is an important nuance. When we properly engineered the data to capture the momentum and delayed effect of Fed rate changes — not the raw level, but how fast and when the Fed moves — those features did gain meaningful predictive power. The Fed is not irrelevant, but it's a contributing factor, not the main trigger.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~30 seconds]</a:t>
            </a:r>
          </a:p>
          <a:p>
            <a:endParaRPr/>
          </a:p>
          <a:p>
            <a:r>
              <a:t>Quickly on limitations: the 5-to-1 class imbalance means our models are biased toward predicting bull. We only had 23 hike cycles to study, which is a small sample. And our Granger causality test is linear, so it can't detect non-linear causal mechanisms.</a:t>
            </a:r>
          </a:p>
          <a:p>
            <a:endParaRPr/>
          </a:p>
          <a:p>
            <a:r>
              <a:t>For future work, we'd suggest Hidden Markov Models for probabilistic regime detection, dynamic network analysis that evolves over time, and non-linear causality tests like transfer entropy.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a:t>
            </a:r>
          </a:p>
          <a:p>
            <a:endParaRPr/>
          </a:p>
          <a:p>
            <a:r>
              <a:t>Thank you very much for listening. We're happy to take any questions.</a:t>
            </a:r>
          </a:p>
          <a:p>
            <a:endParaRPr/>
          </a:p>
          <a:p>
            <a:r>
              <a:t>[PREPARED Q&amp;A NOTES]</a:t>
            </a:r>
          </a:p>
          <a:p>
            <a:endParaRPr/>
          </a:p>
          <a:p>
            <a:r>
              <a:t>Q: Why not use Hidden Markov Models?</a:t>
            </a:r>
          </a:p>
          <a:p>
            <a:r>
              <a:t>A: HMMs would be a great extension — they assign probabilities to regime states rather than hard labels, which would give us smoother transitions. We consider this a key direction for future work.</a:t>
            </a:r>
          </a:p>
          <a:p>
            <a:endParaRPr/>
          </a:p>
          <a:p>
            <a:r>
              <a:t>Q: Could the 2022 crash be an outlier that skews results?</a:t>
            </a:r>
          </a:p>
          <a:p>
            <a:r>
              <a:t>A: Yes — the 2022 episode (425bp hikes in 12 months) is the most aggressive hiking cycle in our dataset. It's the strongest case FOR the trigger hypothesis, but it's one event out of 23. Our analysis accounts for this by averaging across all cycles.</a:t>
            </a:r>
          </a:p>
          <a:p>
            <a:endParaRPr/>
          </a:p>
          <a:p>
            <a:r>
              <a:t>Q: Why does Logistic Regression rank Fed Rate #2 but tree models rank it #11?</a:t>
            </a:r>
          </a:p>
          <a:p>
            <a:r>
              <a:t>A: LR captures a linear pattern: high rates coincide with bull markets because the Fed hikes when the economy is strong. The tree models see deeper — they can tell that this correlation doesn't actually help predict regime SWITCHES.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UCL Title slide 1">
    <p:spTree>
      <p:nvGrpSpPr>
        <p:cNvPr id="1" name=""/>
        <p:cNvGrpSpPr/>
        <p:nvPr/>
      </p:nvGrpSpPr>
      <p:grpSpPr>
        <a:xfrm>
          <a:off x="0" y="0"/>
          <a:ext cx="0" cy="0"/>
          <a:chOff x="0" y="0"/>
          <a:chExt cx="0" cy="0"/>
        </a:xfrm>
      </p:grpSpPr>
      <p:sp>
        <p:nvSpPr>
          <p:cNvPr id="2" name="UCL Branding background">
            <a:extLst>
              <a:ext uri="{FF2B5EF4-FFF2-40B4-BE49-F238E27FC236}">
                <a16:creationId xmlns:a16="http://schemas.microsoft.com/office/drawing/2014/main" id="{EA4C8DDC-D29E-5E43-9BC2-FD84B2117884}"/>
              </a:ext>
            </a:extLst>
          </p:cNvPr>
          <p:cNvSpPr/>
          <p:nvPr userDrawn="1"/>
        </p:nvSpPr>
        <p:spPr>
          <a:xfrm>
            <a:off x="0" y="0"/>
            <a:ext cx="12192000" cy="142503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UCL Branding"/>
          <p:cNvPicPr>
            <a:picLocks noChangeAspect="1"/>
          </p:cNvPicPr>
          <p:nvPr userDrawn="1"/>
        </p:nvPicPr>
        <p:blipFill>
          <a:blip r:embed="rId2"/>
          <a:srcRect/>
          <a:stretch/>
        </p:blipFill>
        <p:spPr>
          <a:xfrm>
            <a:off x="-1" y="0"/>
            <a:ext cx="12193200" cy="1342371"/>
          </a:xfrm>
          <a:prstGeom prst="rect">
            <a:avLst/>
          </a:prstGeom>
        </p:spPr>
      </p:pic>
      <p:sp>
        <p:nvSpPr>
          <p:cNvPr id="13" name="Faculty, Department title">
            <a:extLst>
              <a:ext uri="{FF2B5EF4-FFF2-40B4-BE49-F238E27FC236}">
                <a16:creationId xmlns:a16="http://schemas.microsoft.com/office/drawing/2014/main" id="{7B844C1D-C9E2-A040-B3FD-0E3861E051D8}"/>
              </a:ext>
            </a:extLst>
          </p:cNvPr>
          <p:cNvSpPr>
            <a:spLocks noGrp="1"/>
          </p:cNvSpPr>
          <p:nvPr>
            <p:ph type="body" sz="quarter" idx="10" hasCustomPrompt="1"/>
          </p:nvPr>
        </p:nvSpPr>
        <p:spPr>
          <a:xfrm>
            <a:off x="360000" y="360000"/>
            <a:ext cx="5760000" cy="720000"/>
          </a:xfrm>
        </p:spPr>
        <p:txBody>
          <a:bodyPr/>
          <a:lstStyle>
            <a:lvl1pPr marL="11112" indent="0">
              <a:buNone/>
              <a:defRPr sz="1400" b="1" i="0" cap="none" baseline="0">
                <a:solidFill>
                  <a:srgbClr val="FFFFFF"/>
                </a:solidFill>
                <a:latin typeface="+mj-lt"/>
              </a:defRPr>
            </a:lvl1pPr>
          </a:lstStyle>
          <a:p>
            <a:pPr lvl="0"/>
            <a:r>
              <a:rPr lang="en-GB" dirty="0"/>
              <a:t>Faculty, Department</a:t>
            </a:r>
          </a:p>
          <a:p>
            <a:pPr lvl="0"/>
            <a:endParaRPr lang="en-GB" dirty="0"/>
          </a:p>
          <a:p>
            <a:pPr lvl="0"/>
            <a:endParaRPr lang="en-GB" dirty="0"/>
          </a:p>
        </p:txBody>
      </p:sp>
      <p:sp>
        <p:nvSpPr>
          <p:cNvPr id="9" name="Main image" descr="Image">
            <a:extLst>
              <a:ext uri="{FF2B5EF4-FFF2-40B4-BE49-F238E27FC236}">
                <a16:creationId xmlns:a16="http://schemas.microsoft.com/office/drawing/2014/main" id="{FD55159A-63D1-334F-B344-448B05BC84B5}"/>
              </a:ext>
            </a:extLst>
          </p:cNvPr>
          <p:cNvSpPr>
            <a:spLocks noGrp="1"/>
          </p:cNvSpPr>
          <p:nvPr>
            <p:ph type="pic" sz="quarter" idx="11" hasCustomPrompt="1"/>
          </p:nvPr>
        </p:nvSpPr>
        <p:spPr>
          <a:xfrm>
            <a:off x="0" y="1440000"/>
            <a:ext cx="12192000" cy="5421086"/>
          </a:xfrm>
          <a:ln>
            <a:noFill/>
          </a:ln>
        </p:spPr>
        <p:txBody>
          <a:bodyPr anchor="b" anchorCtr="0"/>
          <a:lstStyle>
            <a:lvl1pPr marL="11112" indent="0" algn="ctr">
              <a:buNone/>
              <a:defRPr sz="2400"/>
            </a:lvl1pPr>
          </a:lstStyle>
          <a:p>
            <a:r>
              <a:rPr lang="en-GB" dirty="0"/>
              <a:t>Click to add picture</a:t>
            </a:r>
            <a:br>
              <a:rPr lang="en-GB" dirty="0"/>
            </a:br>
            <a:endParaRPr lang="en-GB" dirty="0"/>
          </a:p>
          <a:p>
            <a:endParaRPr lang="en-US" dirty="0"/>
          </a:p>
          <a:p>
            <a:endParaRPr lang="en-US" dirty="0"/>
          </a:p>
          <a:p>
            <a:endParaRPr lang="en-US" dirty="0"/>
          </a:p>
        </p:txBody>
      </p:sp>
      <p:sp>
        <p:nvSpPr>
          <p:cNvPr id="11" name="Main Headline" descr="Headline">
            <a:extLst>
              <a:ext uri="{FF2B5EF4-FFF2-40B4-BE49-F238E27FC236}">
                <a16:creationId xmlns:a16="http://schemas.microsoft.com/office/drawing/2014/main" id="{6D1BEB54-27B8-4348-8671-D93B41DC5E26}"/>
              </a:ext>
            </a:extLst>
          </p:cNvPr>
          <p:cNvSpPr>
            <a:spLocks noGrp="1"/>
          </p:cNvSpPr>
          <p:nvPr>
            <p:ph type="title" hasCustomPrompt="1"/>
          </p:nvPr>
        </p:nvSpPr>
        <p:spPr>
          <a:xfrm>
            <a:off x="0" y="1549105"/>
            <a:ext cx="7560000" cy="2340000"/>
          </a:xfrm>
          <a:solidFill>
            <a:srgbClr val="FFFFFF"/>
          </a:solidFill>
        </p:spPr>
        <p:txBody>
          <a:bodyPr lIns="360000" tIns="180000"/>
          <a:lstStyle>
            <a:lvl1pPr>
              <a:defRPr baseline="0">
                <a:solidFill>
                  <a:srgbClr val="000000"/>
                </a:solidFill>
              </a:defRPr>
            </a:lvl1pPr>
          </a:lstStyle>
          <a:p>
            <a:r>
              <a:rPr lang="en-US" dirty="0"/>
              <a:t>Main headline,</a:t>
            </a:r>
            <a:br>
              <a:rPr lang="en-US" dirty="0"/>
            </a:br>
            <a:r>
              <a:rPr lang="en-US" dirty="0"/>
              <a:t>Arial 44pt bold</a:t>
            </a:r>
          </a:p>
        </p:txBody>
      </p:sp>
    </p:spTree>
    <p:extLst>
      <p:ext uri="{BB962C8B-B14F-4D97-AF65-F5344CB8AC3E}">
        <p14:creationId xmlns:p14="http://schemas.microsoft.com/office/powerpoint/2010/main" val="2079837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CL Title slide 3">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7E0FC6D2-4499-5C4C-8C93-C7590708B796}"/>
              </a:ext>
            </a:extLst>
          </p:cNvPr>
          <p:cNvSpPr/>
          <p:nvPr userDrawn="1"/>
        </p:nvSpPr>
        <p:spPr>
          <a:xfrm>
            <a:off x="0" y="0"/>
            <a:ext cx="12192000" cy="142503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descr="Image">
            <a:extLst>
              <a:ext uri="{FF2B5EF4-FFF2-40B4-BE49-F238E27FC236}">
                <a16:creationId xmlns:a16="http://schemas.microsoft.com/office/drawing/2014/main" id="{D7C34FC0-F8B1-D041-9578-733D7F3C687D}"/>
              </a:ext>
            </a:extLst>
          </p:cNvPr>
          <p:cNvSpPr>
            <a:spLocks noGrp="1"/>
          </p:cNvSpPr>
          <p:nvPr>
            <p:ph type="pic" sz="quarter" idx="12" hasCustomPrompt="1"/>
          </p:nvPr>
        </p:nvSpPr>
        <p:spPr>
          <a:xfrm>
            <a:off x="0" y="1440000"/>
            <a:ext cx="12192000" cy="5421086"/>
          </a:xfrm>
          <a:ln>
            <a:noFill/>
          </a:ln>
        </p:spPr>
        <p:txBody>
          <a:bodyPr anchor="b" anchorCtr="0"/>
          <a:lstStyle>
            <a:lvl1pPr marL="11112" indent="0" algn="ctr">
              <a:buNone/>
              <a:defRPr sz="2400"/>
            </a:lvl1pPr>
          </a:lstStyle>
          <a:p>
            <a:r>
              <a:rPr lang="en-GB" dirty="0"/>
              <a:t>Click to add picture</a:t>
            </a:r>
            <a:br>
              <a:rPr lang="en-GB" dirty="0"/>
            </a:br>
            <a:endParaRPr lang="en-GB" dirty="0"/>
          </a:p>
          <a:p>
            <a:endParaRPr lang="en-US" dirty="0"/>
          </a:p>
          <a:p>
            <a:endParaRPr lang="en-US" dirty="0"/>
          </a:p>
          <a:p>
            <a:endParaRPr lang="en-US" dirty="0"/>
          </a:p>
        </p:txBody>
      </p:sp>
      <p:sp>
        <p:nvSpPr>
          <p:cNvPr id="10" name="Main Headline" descr="Headline">
            <a:extLst>
              <a:ext uri="{FF2B5EF4-FFF2-40B4-BE49-F238E27FC236}">
                <a16:creationId xmlns:a16="http://schemas.microsoft.com/office/drawing/2014/main" id="{5F848594-69CD-DA4E-BB25-23F671A7C1BC}"/>
              </a:ext>
            </a:extLst>
          </p:cNvPr>
          <p:cNvSpPr>
            <a:spLocks noGrp="1"/>
          </p:cNvSpPr>
          <p:nvPr>
            <p:ph type="title" hasCustomPrompt="1"/>
          </p:nvPr>
        </p:nvSpPr>
        <p:spPr>
          <a:xfrm>
            <a:off x="0" y="1549105"/>
            <a:ext cx="7560000" cy="2340000"/>
          </a:xfrm>
          <a:solidFill>
            <a:srgbClr val="FFFFFF"/>
          </a:solidFill>
        </p:spPr>
        <p:txBody>
          <a:bodyPr lIns="360000" tIns="180000"/>
          <a:lstStyle>
            <a:lvl1pPr>
              <a:defRPr baseline="0">
                <a:solidFill>
                  <a:srgbClr val="000000"/>
                </a:solidFill>
              </a:defRPr>
            </a:lvl1pPr>
          </a:lstStyle>
          <a:p>
            <a:r>
              <a:rPr lang="en-US" dirty="0"/>
              <a:t>Main headline,</a:t>
            </a:r>
            <a:br>
              <a:rPr lang="en-US" dirty="0"/>
            </a:br>
            <a:r>
              <a:rPr lang="en-US" dirty="0"/>
              <a:t>Arial 44pt bold</a:t>
            </a:r>
          </a:p>
        </p:txBody>
      </p:sp>
      <p:sp>
        <p:nvSpPr>
          <p:cNvPr id="5" name="Sub Heading" descr="Sub heading">
            <a:extLst>
              <a:ext uri="{FF2B5EF4-FFF2-40B4-BE49-F238E27FC236}">
                <a16:creationId xmlns:a16="http://schemas.microsoft.com/office/drawing/2014/main" id="{D5AB2EC5-97D3-8D44-BB0B-9125E87D1F9D}"/>
              </a:ext>
            </a:extLst>
          </p:cNvPr>
          <p:cNvSpPr>
            <a:spLocks noGrp="1"/>
          </p:cNvSpPr>
          <p:nvPr>
            <p:ph type="body" sz="quarter" idx="11"/>
          </p:nvPr>
        </p:nvSpPr>
        <p:spPr>
          <a:xfrm>
            <a:off x="359999" y="3239999"/>
            <a:ext cx="6840000" cy="65177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3600" baseline="0">
                <a:solidFill>
                  <a:schemeClr val="tx1"/>
                </a:solidFill>
                <a:latin typeface="Arial" panose="020B0604020202020204" pitchFamily="34" charset="0"/>
                <a:cs typeface="Arial" panose="020B0604020202020204" pitchFamily="34" charset="0"/>
              </a:rPr>
              <a:t>Edit Master text styles</a:t>
            </a:r>
          </a:p>
        </p:txBody>
      </p:sp>
      <p:pic>
        <p:nvPicPr>
          <p:cNvPr id="3" name="UCL Branding">
            <a:extLst>
              <a:ext uri="{FF2B5EF4-FFF2-40B4-BE49-F238E27FC236}">
                <a16:creationId xmlns:a16="http://schemas.microsoft.com/office/drawing/2014/main" id="{EF2D41C7-D700-BF17-C0DE-77C45727DB32}"/>
              </a:ext>
            </a:extLst>
          </p:cNvPr>
          <p:cNvPicPr>
            <a:picLocks noChangeAspect="1"/>
          </p:cNvPicPr>
          <p:nvPr userDrawn="1"/>
        </p:nvPicPr>
        <p:blipFill>
          <a:blip r:embed="rId2"/>
          <a:srcRect/>
          <a:stretch/>
        </p:blipFill>
        <p:spPr>
          <a:xfrm>
            <a:off x="-1" y="0"/>
            <a:ext cx="12193200" cy="1342371"/>
          </a:xfrm>
          <a:prstGeom prst="rect">
            <a:avLst/>
          </a:prstGeom>
        </p:spPr>
      </p:pic>
      <p:sp>
        <p:nvSpPr>
          <p:cNvPr id="4" name="Faculty, Department title">
            <a:extLst>
              <a:ext uri="{FF2B5EF4-FFF2-40B4-BE49-F238E27FC236}">
                <a16:creationId xmlns:a16="http://schemas.microsoft.com/office/drawing/2014/main" id="{08D5C88A-81D8-181C-4594-B90FC9D790E9}"/>
              </a:ext>
            </a:extLst>
          </p:cNvPr>
          <p:cNvSpPr>
            <a:spLocks noGrp="1"/>
          </p:cNvSpPr>
          <p:nvPr>
            <p:ph type="body" sz="quarter" idx="10" hasCustomPrompt="1"/>
          </p:nvPr>
        </p:nvSpPr>
        <p:spPr>
          <a:xfrm>
            <a:off x="360000" y="360000"/>
            <a:ext cx="5760000" cy="720000"/>
          </a:xfrm>
        </p:spPr>
        <p:txBody>
          <a:bodyPr/>
          <a:lstStyle>
            <a:lvl1pPr marL="11112" indent="0">
              <a:buNone/>
              <a:defRPr sz="1400" b="1" i="0" cap="none" baseline="0">
                <a:solidFill>
                  <a:srgbClr val="FFFFFF"/>
                </a:solidFill>
                <a:latin typeface="+mj-lt"/>
              </a:defRPr>
            </a:lvl1pPr>
          </a:lstStyle>
          <a:p>
            <a:pPr lvl="0"/>
            <a:r>
              <a:rPr lang="en-GB" dirty="0"/>
              <a:t>Faculty, Department</a:t>
            </a:r>
          </a:p>
          <a:p>
            <a:pPr lvl="0"/>
            <a:endParaRPr lang="en-GB" dirty="0"/>
          </a:p>
          <a:p>
            <a:pPr lvl="0"/>
            <a:endParaRPr lang="en-GB" dirty="0"/>
          </a:p>
        </p:txBody>
      </p:sp>
    </p:spTree>
    <p:extLst>
      <p:ext uri="{BB962C8B-B14F-4D97-AF65-F5344CB8AC3E}">
        <p14:creationId xmlns:p14="http://schemas.microsoft.com/office/powerpoint/2010/main" val="2523695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UCL Title slide 2 - single line headline">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8FD8CE85-9178-344E-BC9E-19B545ECA60C}"/>
              </a:ext>
            </a:extLst>
          </p:cNvPr>
          <p:cNvSpPr/>
          <p:nvPr userDrawn="1"/>
        </p:nvSpPr>
        <p:spPr>
          <a:xfrm>
            <a:off x="0" y="-1"/>
            <a:ext cx="12192000" cy="2520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Main Headline" descr="Headline">
            <a:extLst>
              <a:ext uri="{FF2B5EF4-FFF2-40B4-BE49-F238E27FC236}">
                <a16:creationId xmlns:a16="http://schemas.microsoft.com/office/drawing/2014/main" id="{14916FEE-2CA1-274A-AB9A-27AE550ED61F}"/>
              </a:ext>
            </a:extLst>
          </p:cNvPr>
          <p:cNvSpPr>
            <a:spLocks noGrp="1" noChangeArrowheads="1"/>
          </p:cNvSpPr>
          <p:nvPr>
            <p:ph type="title" hasCustomPrompt="1"/>
          </p:nvPr>
        </p:nvSpPr>
        <p:spPr bwMode="auto">
          <a:xfrm>
            <a:off x="360000" y="1620000"/>
            <a:ext cx="10800690" cy="81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90000"/>
              </a:lnSpc>
              <a:spcBef>
                <a:spcPct val="0"/>
              </a:spcBef>
              <a:spcAft>
                <a:spcPct val="0"/>
              </a:spcAft>
              <a:buClrTx/>
              <a:buSzTx/>
              <a:buFontTx/>
              <a:buNone/>
              <a:tabLst/>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dirty="0"/>
              <a:t>Main headline, Arial 44pt bold</a:t>
            </a:r>
            <a:br>
              <a:rPr lang="en-US" dirty="0"/>
            </a:br>
            <a:endParaRPr lang="en-US" altLang="en-US" dirty="0"/>
          </a:p>
        </p:txBody>
      </p:sp>
      <p:sp>
        <p:nvSpPr>
          <p:cNvPr id="11" name="Picture " descr="Image">
            <a:extLst>
              <a:ext uri="{FF2B5EF4-FFF2-40B4-BE49-F238E27FC236}">
                <a16:creationId xmlns:a16="http://schemas.microsoft.com/office/drawing/2014/main" id="{7AAB61C2-2ECC-1549-9211-9297F9B818DB}"/>
              </a:ext>
            </a:extLst>
          </p:cNvPr>
          <p:cNvSpPr>
            <a:spLocks noGrp="1"/>
          </p:cNvSpPr>
          <p:nvPr>
            <p:ph type="pic" sz="quarter" idx="12" hasCustomPrompt="1"/>
          </p:nvPr>
        </p:nvSpPr>
        <p:spPr>
          <a:xfrm>
            <a:off x="0" y="2505456"/>
            <a:ext cx="12192000" cy="4352544"/>
          </a:xfrm>
          <a:ln>
            <a:noFill/>
          </a:ln>
        </p:spPr>
        <p:txBody>
          <a:bodyPr anchor="b" anchorCtr="0"/>
          <a:lstStyle>
            <a:lvl1pPr marL="11112" indent="0" algn="ctr">
              <a:buNone/>
              <a:defRPr sz="2400"/>
            </a:lvl1pPr>
          </a:lstStyle>
          <a:p>
            <a:r>
              <a:rPr lang="en-GB" dirty="0"/>
              <a:t>Click to add picture</a:t>
            </a:r>
            <a:br>
              <a:rPr lang="en-GB" dirty="0"/>
            </a:br>
            <a:endParaRPr lang="en-GB" dirty="0"/>
          </a:p>
          <a:p>
            <a:endParaRPr lang="en-US" dirty="0"/>
          </a:p>
          <a:p>
            <a:endParaRPr lang="en-US" dirty="0"/>
          </a:p>
          <a:p>
            <a:endParaRPr lang="en-US" dirty="0"/>
          </a:p>
        </p:txBody>
      </p:sp>
      <p:pic>
        <p:nvPicPr>
          <p:cNvPr id="4" name="UCL Branding">
            <a:extLst>
              <a:ext uri="{FF2B5EF4-FFF2-40B4-BE49-F238E27FC236}">
                <a16:creationId xmlns:a16="http://schemas.microsoft.com/office/drawing/2014/main" id="{362E845B-D111-D59E-A576-B2C25816A338}"/>
              </a:ext>
            </a:extLst>
          </p:cNvPr>
          <p:cNvPicPr>
            <a:picLocks noChangeAspect="1"/>
          </p:cNvPicPr>
          <p:nvPr userDrawn="1"/>
        </p:nvPicPr>
        <p:blipFill>
          <a:blip r:embed="rId2"/>
          <a:srcRect/>
          <a:stretch/>
        </p:blipFill>
        <p:spPr>
          <a:xfrm>
            <a:off x="-1" y="0"/>
            <a:ext cx="12193200" cy="1342371"/>
          </a:xfrm>
          <a:prstGeom prst="rect">
            <a:avLst/>
          </a:prstGeom>
        </p:spPr>
      </p:pic>
      <p:sp>
        <p:nvSpPr>
          <p:cNvPr id="5" name="Faculty, Department title">
            <a:extLst>
              <a:ext uri="{FF2B5EF4-FFF2-40B4-BE49-F238E27FC236}">
                <a16:creationId xmlns:a16="http://schemas.microsoft.com/office/drawing/2014/main" id="{5F98E82A-1584-B369-B448-5ECF3608D0ED}"/>
              </a:ext>
            </a:extLst>
          </p:cNvPr>
          <p:cNvSpPr>
            <a:spLocks noGrp="1"/>
          </p:cNvSpPr>
          <p:nvPr>
            <p:ph type="body" sz="quarter" idx="10" hasCustomPrompt="1"/>
          </p:nvPr>
        </p:nvSpPr>
        <p:spPr>
          <a:xfrm>
            <a:off x="360000" y="360000"/>
            <a:ext cx="5760000" cy="720000"/>
          </a:xfrm>
        </p:spPr>
        <p:txBody>
          <a:bodyPr/>
          <a:lstStyle>
            <a:lvl1pPr marL="11112" indent="0">
              <a:buNone/>
              <a:defRPr sz="1400" b="1" i="0" cap="none" baseline="0">
                <a:solidFill>
                  <a:srgbClr val="FFFFFF"/>
                </a:solidFill>
                <a:latin typeface="+mj-lt"/>
              </a:defRPr>
            </a:lvl1pPr>
          </a:lstStyle>
          <a:p>
            <a:pPr lvl="0"/>
            <a:r>
              <a:rPr lang="en-GB" dirty="0"/>
              <a:t>Faculty, Department</a:t>
            </a:r>
          </a:p>
          <a:p>
            <a:pPr lvl="0"/>
            <a:endParaRPr lang="en-GB" dirty="0"/>
          </a:p>
          <a:p>
            <a:pPr lvl="0"/>
            <a:endParaRPr lang="en-GB" dirty="0"/>
          </a:p>
        </p:txBody>
      </p:sp>
    </p:spTree>
    <p:extLst>
      <p:ext uri="{BB962C8B-B14F-4D97-AF65-F5344CB8AC3E}">
        <p14:creationId xmlns:p14="http://schemas.microsoft.com/office/powerpoint/2010/main" val="3232697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UCL Title - Double line - no image">
    <p:spTree>
      <p:nvGrpSpPr>
        <p:cNvPr id="1" name=""/>
        <p:cNvGrpSpPr/>
        <p:nvPr/>
      </p:nvGrpSpPr>
      <p:grpSpPr>
        <a:xfrm>
          <a:off x="0" y="0"/>
          <a:ext cx="0" cy="0"/>
          <a:chOff x="0" y="0"/>
          <a:chExt cx="0" cy="0"/>
        </a:xfrm>
      </p:grpSpPr>
      <p:sp>
        <p:nvSpPr>
          <p:cNvPr id="12" name="Background">
            <a:extLst>
              <a:ext uri="{FF2B5EF4-FFF2-40B4-BE49-F238E27FC236}">
                <a16:creationId xmlns:a16="http://schemas.microsoft.com/office/drawing/2014/main" id="{271759B8-0ABB-3643-884B-0A918443C549}"/>
              </a:ext>
            </a:extLst>
          </p:cNvPr>
          <p:cNvSpPr/>
          <p:nvPr userDrawn="1"/>
        </p:nvSpPr>
        <p:spPr>
          <a:xfrm>
            <a:off x="0" y="0"/>
            <a:ext cx="12192000" cy="142503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ckground">
            <a:extLst>
              <a:ext uri="{FF2B5EF4-FFF2-40B4-BE49-F238E27FC236}">
                <a16:creationId xmlns:a16="http://schemas.microsoft.com/office/drawing/2014/main" id="{8FD8CE85-9178-344E-BC9E-19B545ECA60C}"/>
              </a:ext>
              <a:ext uri="{C183D7F6-B498-43B3-948B-1728B52AA6E4}">
                <adec:decorative xmlns:adec="http://schemas.microsoft.com/office/drawing/2017/decorative" val="1"/>
              </a:ext>
            </a:extLst>
          </p:cNvPr>
          <p:cNvSpPr/>
          <p:nvPr/>
        </p:nvSpPr>
        <p:spPr>
          <a:xfrm>
            <a:off x="0" y="1440000"/>
            <a:ext cx="12192000" cy="1679261"/>
          </a:xfrm>
          <a:prstGeom prst="rect">
            <a:avLst/>
          </a:prstGeom>
          <a:solidFill>
            <a:srgbClr val="5007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ain Headline" descr="Headline">
            <a:extLst>
              <a:ext uri="{FF2B5EF4-FFF2-40B4-BE49-F238E27FC236}">
                <a16:creationId xmlns:a16="http://schemas.microsoft.com/office/drawing/2014/main" id="{0AFC6B55-24BD-7545-82A9-DD37164DF15B}"/>
              </a:ext>
            </a:extLst>
          </p:cNvPr>
          <p:cNvSpPr>
            <a:spLocks noGrp="1" noChangeArrowheads="1"/>
          </p:cNvSpPr>
          <p:nvPr>
            <p:ph type="title" hasCustomPrompt="1"/>
          </p:nvPr>
        </p:nvSpPr>
        <p:spPr bwMode="auto">
          <a:xfrm>
            <a:off x="360000" y="1620000"/>
            <a:ext cx="10800690"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90000"/>
              </a:lnSpc>
              <a:spcBef>
                <a:spcPct val="0"/>
              </a:spcBef>
              <a:spcAft>
                <a:spcPct val="0"/>
              </a:spcAft>
              <a:buClrTx/>
              <a:buSzTx/>
              <a:buFontTx/>
              <a:buNone/>
              <a:tabLst/>
              <a:defRPr>
                <a:solidFill>
                  <a:schemeClr val="bg1"/>
                </a:solidFill>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dirty="0"/>
              <a:t>Main headline, Arial 44pt bold</a:t>
            </a:r>
            <a:br>
              <a:rPr lang="en-US" dirty="0"/>
            </a:br>
            <a:endParaRPr lang="en-US" altLang="en-US" dirty="0"/>
          </a:p>
        </p:txBody>
      </p:sp>
      <p:sp>
        <p:nvSpPr>
          <p:cNvPr id="10" name="Sub Heading" descr="Sub heading">
            <a:extLst>
              <a:ext uri="{FF2B5EF4-FFF2-40B4-BE49-F238E27FC236}">
                <a16:creationId xmlns:a16="http://schemas.microsoft.com/office/drawing/2014/main" id="{790EF792-5BFA-7942-944E-20B5F5BA61DD}"/>
              </a:ext>
            </a:extLst>
          </p:cNvPr>
          <p:cNvSpPr>
            <a:spLocks noGrp="1"/>
          </p:cNvSpPr>
          <p:nvPr>
            <p:ph type="body" sz="quarter" idx="11"/>
          </p:nvPr>
        </p:nvSpPr>
        <p:spPr>
          <a:xfrm>
            <a:off x="359999" y="3420000"/>
            <a:ext cx="9000000" cy="19080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a:lvl1pPr>
          </a:lstStyle>
          <a:p>
            <a:pPr lvl="0"/>
            <a:r>
              <a:rPr lang="en-US"/>
              <a:t>Edit Master text styles</a:t>
            </a:r>
          </a:p>
        </p:txBody>
      </p:sp>
      <p:pic>
        <p:nvPicPr>
          <p:cNvPr id="4" name="UCL Branding">
            <a:extLst>
              <a:ext uri="{FF2B5EF4-FFF2-40B4-BE49-F238E27FC236}">
                <a16:creationId xmlns:a16="http://schemas.microsoft.com/office/drawing/2014/main" id="{07BCF40B-8328-7694-9747-3F22F8A8181A}"/>
              </a:ext>
            </a:extLst>
          </p:cNvPr>
          <p:cNvPicPr>
            <a:picLocks noChangeAspect="1"/>
          </p:cNvPicPr>
          <p:nvPr userDrawn="1"/>
        </p:nvPicPr>
        <p:blipFill>
          <a:blip r:embed="rId2"/>
          <a:srcRect/>
          <a:stretch/>
        </p:blipFill>
        <p:spPr>
          <a:xfrm>
            <a:off x="-1" y="0"/>
            <a:ext cx="12193200" cy="1342371"/>
          </a:xfrm>
          <a:prstGeom prst="rect">
            <a:avLst/>
          </a:prstGeom>
        </p:spPr>
      </p:pic>
      <p:sp>
        <p:nvSpPr>
          <p:cNvPr id="5" name="Faculty, Department title">
            <a:extLst>
              <a:ext uri="{FF2B5EF4-FFF2-40B4-BE49-F238E27FC236}">
                <a16:creationId xmlns:a16="http://schemas.microsoft.com/office/drawing/2014/main" id="{20F85C6E-D706-4E2F-1E1D-0B94DB294C26}"/>
              </a:ext>
            </a:extLst>
          </p:cNvPr>
          <p:cNvSpPr>
            <a:spLocks noGrp="1"/>
          </p:cNvSpPr>
          <p:nvPr>
            <p:ph type="body" sz="quarter" idx="10" hasCustomPrompt="1"/>
          </p:nvPr>
        </p:nvSpPr>
        <p:spPr>
          <a:xfrm>
            <a:off x="360000" y="360000"/>
            <a:ext cx="5760000" cy="720000"/>
          </a:xfrm>
        </p:spPr>
        <p:txBody>
          <a:bodyPr/>
          <a:lstStyle>
            <a:lvl1pPr marL="11112" indent="0">
              <a:buNone/>
              <a:defRPr sz="1400" b="1" i="0" cap="none" baseline="0">
                <a:solidFill>
                  <a:srgbClr val="FFFFFF"/>
                </a:solidFill>
                <a:latin typeface="+mj-lt"/>
              </a:defRPr>
            </a:lvl1pPr>
          </a:lstStyle>
          <a:p>
            <a:pPr lvl="0"/>
            <a:r>
              <a:rPr lang="en-GB" dirty="0"/>
              <a:t>Faculty, Department</a:t>
            </a:r>
          </a:p>
          <a:p>
            <a:pPr lvl="0"/>
            <a:endParaRPr lang="en-GB" dirty="0"/>
          </a:p>
          <a:p>
            <a:pPr lvl="0"/>
            <a:endParaRPr lang="en-GB" dirty="0"/>
          </a:p>
        </p:txBody>
      </p:sp>
    </p:spTree>
    <p:extLst>
      <p:ext uri="{BB962C8B-B14F-4D97-AF65-F5344CB8AC3E}">
        <p14:creationId xmlns:p14="http://schemas.microsoft.com/office/powerpoint/2010/main" val="1326255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UCL Title  - Double line - half image">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59606069-DCB2-E341-97E0-98600856E2E5}"/>
              </a:ext>
            </a:extLst>
          </p:cNvPr>
          <p:cNvSpPr/>
          <p:nvPr userDrawn="1"/>
        </p:nvSpPr>
        <p:spPr>
          <a:xfrm>
            <a:off x="0" y="0"/>
            <a:ext cx="12192000" cy="142503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descr="Image">
            <a:extLst>
              <a:ext uri="{FF2B5EF4-FFF2-40B4-BE49-F238E27FC236}">
                <a16:creationId xmlns:a16="http://schemas.microsoft.com/office/drawing/2014/main" id="{A724F846-9E16-0743-9A5C-ED2946248F5A}"/>
              </a:ext>
            </a:extLst>
          </p:cNvPr>
          <p:cNvSpPr>
            <a:spLocks noGrp="1"/>
          </p:cNvSpPr>
          <p:nvPr>
            <p:ph type="pic" sz="quarter" idx="12" hasCustomPrompt="1"/>
          </p:nvPr>
        </p:nvSpPr>
        <p:spPr>
          <a:xfrm>
            <a:off x="0" y="1436914"/>
            <a:ext cx="12192000" cy="1682804"/>
          </a:xfrm>
          <a:ln>
            <a:noFill/>
          </a:ln>
        </p:spPr>
        <p:txBody>
          <a:bodyPr anchor="b" anchorCtr="0"/>
          <a:lstStyle>
            <a:lvl1pPr marL="11112" indent="0" algn="ctr">
              <a:buNone/>
              <a:defRPr sz="2400"/>
            </a:lvl1pPr>
          </a:lstStyle>
          <a:p>
            <a:r>
              <a:rPr lang="en-GB" dirty="0"/>
              <a:t>Click to add picture</a:t>
            </a:r>
            <a:br>
              <a:rPr lang="en-GB" dirty="0"/>
            </a:br>
            <a:endParaRPr lang="en-GB" dirty="0"/>
          </a:p>
        </p:txBody>
      </p:sp>
      <p:sp>
        <p:nvSpPr>
          <p:cNvPr id="2" name="Background">
            <a:extLst>
              <a:ext uri="{FF2B5EF4-FFF2-40B4-BE49-F238E27FC236}">
                <a16:creationId xmlns:a16="http://schemas.microsoft.com/office/drawing/2014/main" id="{8FD8CE85-9178-344E-BC9E-19B545ECA60C}"/>
              </a:ext>
              <a:ext uri="{C183D7F6-B498-43B3-948B-1728B52AA6E4}">
                <adec:decorative xmlns:adec="http://schemas.microsoft.com/office/drawing/2017/decorative" val="1"/>
              </a:ext>
            </a:extLst>
          </p:cNvPr>
          <p:cNvSpPr/>
          <p:nvPr/>
        </p:nvSpPr>
        <p:spPr>
          <a:xfrm flipV="1">
            <a:off x="0" y="3122579"/>
            <a:ext cx="12192000" cy="3735421"/>
          </a:xfrm>
          <a:prstGeom prst="rect">
            <a:avLst/>
          </a:prstGeom>
          <a:solidFill>
            <a:srgbClr val="5007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Main Headline" descr="Headline">
            <a:extLst>
              <a:ext uri="{FF2B5EF4-FFF2-40B4-BE49-F238E27FC236}">
                <a16:creationId xmlns:a16="http://schemas.microsoft.com/office/drawing/2014/main" id="{F393605F-7BBC-284E-8DAE-0B5B84113824}"/>
              </a:ext>
            </a:extLst>
          </p:cNvPr>
          <p:cNvSpPr>
            <a:spLocks noGrp="1" noChangeArrowheads="1"/>
          </p:cNvSpPr>
          <p:nvPr>
            <p:ph type="title" hasCustomPrompt="1"/>
          </p:nvPr>
        </p:nvSpPr>
        <p:spPr bwMode="auto">
          <a:xfrm>
            <a:off x="360000" y="3470479"/>
            <a:ext cx="10800690"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90000"/>
              </a:lnSpc>
              <a:spcBef>
                <a:spcPct val="0"/>
              </a:spcBef>
              <a:spcAft>
                <a:spcPct val="0"/>
              </a:spcAft>
              <a:buClrTx/>
              <a:buSzTx/>
              <a:buFontTx/>
              <a:buNone/>
              <a:tabLst/>
              <a:defRPr>
                <a:solidFill>
                  <a:schemeClr val="bg1"/>
                </a:solidFill>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dirty="0"/>
              <a:t>Main headline, Arial 44pt bold</a:t>
            </a:r>
            <a:br>
              <a:rPr lang="en-US" dirty="0"/>
            </a:br>
            <a:endParaRPr lang="en-US" altLang="en-US" dirty="0"/>
          </a:p>
        </p:txBody>
      </p:sp>
      <p:sp>
        <p:nvSpPr>
          <p:cNvPr id="10" name="Sub Heading" descr="Sub heading">
            <a:extLst>
              <a:ext uri="{FF2B5EF4-FFF2-40B4-BE49-F238E27FC236}">
                <a16:creationId xmlns:a16="http://schemas.microsoft.com/office/drawing/2014/main" id="{790EF792-5BFA-7942-944E-20B5F5BA61DD}"/>
              </a:ext>
            </a:extLst>
          </p:cNvPr>
          <p:cNvSpPr>
            <a:spLocks noGrp="1"/>
          </p:cNvSpPr>
          <p:nvPr>
            <p:ph type="body" sz="quarter" idx="11"/>
          </p:nvPr>
        </p:nvSpPr>
        <p:spPr>
          <a:xfrm>
            <a:off x="359999" y="4950000"/>
            <a:ext cx="9000000" cy="19080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a:solidFill>
                  <a:schemeClr val="bg1"/>
                </a:solidFill>
              </a:defRPr>
            </a:lvl1pPr>
          </a:lstStyle>
          <a:p>
            <a:pPr lvl="0"/>
            <a:r>
              <a:rPr lang="en-US" dirty="0"/>
              <a:t>Edit Master text styles</a:t>
            </a:r>
          </a:p>
        </p:txBody>
      </p:sp>
      <p:pic>
        <p:nvPicPr>
          <p:cNvPr id="4" name="UCL Branding">
            <a:extLst>
              <a:ext uri="{FF2B5EF4-FFF2-40B4-BE49-F238E27FC236}">
                <a16:creationId xmlns:a16="http://schemas.microsoft.com/office/drawing/2014/main" id="{F1601990-086A-3194-6332-04D66FCC8A0F}"/>
              </a:ext>
            </a:extLst>
          </p:cNvPr>
          <p:cNvPicPr>
            <a:picLocks noChangeAspect="1"/>
          </p:cNvPicPr>
          <p:nvPr userDrawn="1"/>
        </p:nvPicPr>
        <p:blipFill>
          <a:blip r:embed="rId2"/>
          <a:srcRect/>
          <a:stretch/>
        </p:blipFill>
        <p:spPr>
          <a:xfrm>
            <a:off x="-1" y="0"/>
            <a:ext cx="12193200" cy="1342371"/>
          </a:xfrm>
          <a:prstGeom prst="rect">
            <a:avLst/>
          </a:prstGeom>
        </p:spPr>
      </p:pic>
      <p:sp>
        <p:nvSpPr>
          <p:cNvPr id="5" name="Faculty, Department title">
            <a:extLst>
              <a:ext uri="{FF2B5EF4-FFF2-40B4-BE49-F238E27FC236}">
                <a16:creationId xmlns:a16="http://schemas.microsoft.com/office/drawing/2014/main" id="{0198F25C-CB3B-40E5-789C-887736C98D01}"/>
              </a:ext>
            </a:extLst>
          </p:cNvPr>
          <p:cNvSpPr>
            <a:spLocks noGrp="1"/>
          </p:cNvSpPr>
          <p:nvPr>
            <p:ph type="body" sz="quarter" idx="10" hasCustomPrompt="1"/>
          </p:nvPr>
        </p:nvSpPr>
        <p:spPr>
          <a:xfrm>
            <a:off x="360000" y="360000"/>
            <a:ext cx="5760000" cy="720000"/>
          </a:xfrm>
        </p:spPr>
        <p:txBody>
          <a:bodyPr/>
          <a:lstStyle>
            <a:lvl1pPr marL="11112" indent="0">
              <a:buNone/>
              <a:defRPr sz="1400" b="1" i="0" cap="none" baseline="0">
                <a:solidFill>
                  <a:srgbClr val="FFFFFF"/>
                </a:solidFill>
                <a:latin typeface="+mj-lt"/>
              </a:defRPr>
            </a:lvl1pPr>
          </a:lstStyle>
          <a:p>
            <a:pPr lvl="0"/>
            <a:r>
              <a:rPr lang="en-GB" dirty="0"/>
              <a:t>Faculty, Department</a:t>
            </a:r>
          </a:p>
          <a:p>
            <a:pPr lvl="0"/>
            <a:endParaRPr lang="en-GB" dirty="0"/>
          </a:p>
          <a:p>
            <a:pPr lvl="0"/>
            <a:endParaRPr lang="en-GB" dirty="0"/>
          </a:p>
        </p:txBody>
      </p:sp>
    </p:spTree>
    <p:extLst>
      <p:ext uri="{BB962C8B-B14F-4D97-AF65-F5344CB8AC3E}">
        <p14:creationId xmlns:p14="http://schemas.microsoft.com/office/powerpoint/2010/main" val="3842271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 section start 1">
    <p:spTree>
      <p:nvGrpSpPr>
        <p:cNvPr id="1" name=""/>
        <p:cNvGrpSpPr/>
        <p:nvPr/>
      </p:nvGrpSpPr>
      <p:grpSpPr>
        <a:xfrm>
          <a:off x="0" y="0"/>
          <a:ext cx="0" cy="0"/>
          <a:chOff x="0" y="0"/>
          <a:chExt cx="0" cy="0"/>
        </a:xfrm>
      </p:grpSpPr>
      <p:sp>
        <p:nvSpPr>
          <p:cNvPr id="6" name="Main Headline" descr="Headline">
            <a:extLst>
              <a:ext uri="{FF2B5EF4-FFF2-40B4-BE49-F238E27FC236}">
                <a16:creationId xmlns:a16="http://schemas.microsoft.com/office/drawing/2014/main" id="{F833FB40-EB53-5843-98C6-9C72F5A14103}"/>
              </a:ext>
            </a:extLst>
          </p:cNvPr>
          <p:cNvSpPr>
            <a:spLocks noGrp="1"/>
          </p:cNvSpPr>
          <p:nvPr>
            <p:ph type="title" hasCustomPrompt="1"/>
          </p:nvPr>
        </p:nvSpPr>
        <p:spPr>
          <a:xfrm>
            <a:off x="-2" y="1008000"/>
            <a:ext cx="10080000" cy="2880000"/>
          </a:xfrm>
          <a:solidFill>
            <a:srgbClr val="FFFFFF"/>
          </a:solidFill>
        </p:spPr>
        <p:txBody>
          <a:bodyPr lIns="360000" tIns="180000"/>
          <a:lstStyle>
            <a:lvl1pPr>
              <a:defRPr baseline="0">
                <a:solidFill>
                  <a:srgbClr val="000000"/>
                </a:solidFill>
              </a:defRPr>
            </a:lvl1pPr>
          </a:lstStyle>
          <a:p>
            <a:r>
              <a:rPr lang="en-US" dirty="0"/>
              <a:t>Main headline, Arial 44pt bold</a:t>
            </a:r>
          </a:p>
        </p:txBody>
      </p:sp>
      <p:sp>
        <p:nvSpPr>
          <p:cNvPr id="11" name="Sub Heading" descr="Sub heading">
            <a:extLst>
              <a:ext uri="{FF2B5EF4-FFF2-40B4-BE49-F238E27FC236}">
                <a16:creationId xmlns:a16="http://schemas.microsoft.com/office/drawing/2014/main" id="{169F44E5-11A5-074E-ADAE-05ACB4110AED}"/>
              </a:ext>
            </a:extLst>
          </p:cNvPr>
          <p:cNvSpPr>
            <a:spLocks noGrp="1"/>
          </p:cNvSpPr>
          <p:nvPr>
            <p:ph type="body" sz="quarter" idx="15" hasCustomPrompt="1"/>
          </p:nvPr>
        </p:nvSpPr>
        <p:spPr>
          <a:xfrm>
            <a:off x="359228" y="2308225"/>
            <a:ext cx="8719457" cy="1447800"/>
          </a:xfrm>
        </p:spPr>
        <p:txBody>
          <a:bodyPr/>
          <a:lstStyle>
            <a:lvl1pPr marL="11112" indent="0">
              <a:buNone/>
              <a:defRPr>
                <a:solidFill>
                  <a:srgbClr val="000000"/>
                </a:solidFill>
              </a:defRPr>
            </a:lvl1pPr>
          </a:lstStyle>
          <a:p>
            <a:pPr lvl="0"/>
            <a:r>
              <a:rPr lang="en-GB" dirty="0"/>
              <a:t>Large text size, Arial 36 point</a:t>
            </a:r>
          </a:p>
        </p:txBody>
      </p:sp>
      <p:sp>
        <p:nvSpPr>
          <p:cNvPr id="3" name="Text" descr="Main text">
            <a:extLst>
              <a:ext uri="{FF2B5EF4-FFF2-40B4-BE49-F238E27FC236}">
                <a16:creationId xmlns:a16="http://schemas.microsoft.com/office/drawing/2014/main" id="{2EF862B8-1DA8-F84D-B71C-ED32E4C1E65F}"/>
              </a:ext>
            </a:extLst>
          </p:cNvPr>
          <p:cNvSpPr>
            <a:spLocks noGrp="1"/>
          </p:cNvSpPr>
          <p:nvPr>
            <p:ph type="body" sz="quarter" idx="13"/>
          </p:nvPr>
        </p:nvSpPr>
        <p:spPr>
          <a:xfrm>
            <a:off x="360000" y="4176077"/>
            <a:ext cx="5400000" cy="1483200"/>
          </a:xfrm>
        </p:spPr>
        <p:txBody>
          <a:bodyPr/>
          <a:lstStyle>
            <a:lvl1pPr marL="225425" indent="-215900">
              <a:buFont typeface="Arial" panose="020B0604020202020204" pitchFamily="34" charset="0"/>
              <a:buChar char="•"/>
              <a:tabLst/>
              <a:defRPr sz="2400"/>
            </a:lvl1pPr>
          </a:lstStyle>
          <a:p>
            <a:pPr lvl="0"/>
            <a:r>
              <a:rPr lang="en-US" sz="2400">
                <a:latin typeface="Arial" panose="020B0604020202020204" pitchFamily="34" charset="0"/>
                <a:cs typeface="Arial" panose="020B0604020202020204" pitchFamily="34" charset="0"/>
              </a:rPr>
              <a:t>Edit Master text styles</a:t>
            </a:r>
          </a:p>
        </p:txBody>
      </p:sp>
      <p:sp>
        <p:nvSpPr>
          <p:cNvPr id="10" name="Text" descr="Main text">
            <a:extLst>
              <a:ext uri="{FF2B5EF4-FFF2-40B4-BE49-F238E27FC236}">
                <a16:creationId xmlns:a16="http://schemas.microsoft.com/office/drawing/2014/main" id="{C2A66C45-730D-F54A-A6B0-8A42E75C38AD}"/>
              </a:ext>
            </a:extLst>
          </p:cNvPr>
          <p:cNvSpPr>
            <a:spLocks noGrp="1"/>
          </p:cNvSpPr>
          <p:nvPr>
            <p:ph type="body" sz="quarter" idx="14"/>
          </p:nvPr>
        </p:nvSpPr>
        <p:spPr>
          <a:xfrm>
            <a:off x="5940000" y="4176077"/>
            <a:ext cx="5400000" cy="1483200"/>
          </a:xfrm>
        </p:spPr>
        <p:txBody>
          <a:bodyPr/>
          <a:lstStyle>
            <a:lvl1pPr marL="180975" marR="0" indent="-180975"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sz="1800" baseline="0"/>
            </a:lvl1pPr>
          </a:lstStyle>
          <a:p>
            <a:pPr marL="285750" marR="0" lvl="0" indent="-285750" algn="l" defTabSz="914400" rtl="0" eaLnBrk="1" fontAlgn="base" latinLnBrk="0" hangingPunct="1">
              <a:lnSpc>
                <a:spcPct val="90000"/>
              </a:lnSpc>
              <a:spcBef>
                <a:spcPts val="1000"/>
              </a:spcBef>
              <a:spcAft>
                <a:spcPct val="0"/>
              </a:spcAft>
              <a:buClrTx/>
              <a:buSzTx/>
              <a:tabLst/>
              <a:defRPr/>
            </a:pPr>
            <a:r>
              <a:rPr lang="en-US">
                <a:latin typeface="Arial" panose="020B0604020202020204" pitchFamily="34" charset="0"/>
                <a:cs typeface="Arial" panose="020B0604020202020204" pitchFamily="34" charset="0"/>
              </a:rPr>
              <a:t>Edit Master text styles</a:t>
            </a:r>
          </a:p>
        </p:txBody>
      </p:sp>
    </p:spTree>
    <p:extLst>
      <p:ext uri="{BB962C8B-B14F-4D97-AF65-F5344CB8AC3E}">
        <p14:creationId xmlns:p14="http://schemas.microsoft.com/office/powerpoint/2010/main" val="1449912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 section start 2">
    <p:spTree>
      <p:nvGrpSpPr>
        <p:cNvPr id="1" name=""/>
        <p:cNvGrpSpPr/>
        <p:nvPr/>
      </p:nvGrpSpPr>
      <p:grpSpPr>
        <a:xfrm>
          <a:off x="0" y="0"/>
          <a:ext cx="0" cy="0"/>
          <a:chOff x="0" y="0"/>
          <a:chExt cx="0" cy="0"/>
        </a:xfrm>
      </p:grpSpPr>
      <p:sp>
        <p:nvSpPr>
          <p:cNvPr id="6" name="Main Headline" descr="Headline">
            <a:extLst>
              <a:ext uri="{FF2B5EF4-FFF2-40B4-BE49-F238E27FC236}">
                <a16:creationId xmlns:a16="http://schemas.microsoft.com/office/drawing/2014/main" id="{F833FB40-EB53-5843-98C6-9C72F5A14103}"/>
              </a:ext>
            </a:extLst>
          </p:cNvPr>
          <p:cNvSpPr>
            <a:spLocks noGrp="1"/>
          </p:cNvSpPr>
          <p:nvPr>
            <p:ph type="title" hasCustomPrompt="1"/>
          </p:nvPr>
        </p:nvSpPr>
        <p:spPr>
          <a:xfrm>
            <a:off x="-2" y="1008000"/>
            <a:ext cx="10080000" cy="2880000"/>
          </a:xfrm>
          <a:solidFill>
            <a:srgbClr val="500777"/>
          </a:solidFill>
        </p:spPr>
        <p:txBody>
          <a:bodyPr lIns="360000" tIns="180000"/>
          <a:lstStyle>
            <a:lvl1pPr>
              <a:defRPr baseline="0">
                <a:solidFill>
                  <a:schemeClr val="bg1"/>
                </a:solidFill>
              </a:defRPr>
            </a:lvl1pPr>
          </a:lstStyle>
          <a:p>
            <a:r>
              <a:rPr lang="en-US" dirty="0"/>
              <a:t>Main headline, Arial 44pt bold</a:t>
            </a:r>
          </a:p>
        </p:txBody>
      </p:sp>
      <p:sp>
        <p:nvSpPr>
          <p:cNvPr id="4" name="Sub Heading">
            <a:extLst>
              <a:ext uri="{FF2B5EF4-FFF2-40B4-BE49-F238E27FC236}">
                <a16:creationId xmlns:a16="http://schemas.microsoft.com/office/drawing/2014/main" id="{7EFF5C86-B7E9-E24F-A032-A4DF63C9C46C}"/>
              </a:ext>
            </a:extLst>
          </p:cNvPr>
          <p:cNvSpPr>
            <a:spLocks noGrp="1"/>
          </p:cNvSpPr>
          <p:nvPr>
            <p:ph type="body" sz="quarter" idx="15"/>
          </p:nvPr>
        </p:nvSpPr>
        <p:spPr>
          <a:xfrm>
            <a:off x="359228" y="2308225"/>
            <a:ext cx="8719457" cy="1447800"/>
          </a:xfrm>
        </p:spPr>
        <p:txBody>
          <a:bodyPr/>
          <a:lstStyle>
            <a:lvl1pPr marL="11112" indent="0">
              <a:buNone/>
              <a:defRPr>
                <a:solidFill>
                  <a:srgbClr val="FFFFFF"/>
                </a:solidFill>
              </a:defRPr>
            </a:lvl1pPr>
          </a:lstStyle>
          <a:p>
            <a:pPr lvl="0"/>
            <a:r>
              <a:rPr lang="en-US"/>
              <a:t>Edit Master text styles</a:t>
            </a:r>
          </a:p>
        </p:txBody>
      </p:sp>
      <p:sp>
        <p:nvSpPr>
          <p:cNvPr id="3" name="Text" descr="Main text">
            <a:extLst>
              <a:ext uri="{FF2B5EF4-FFF2-40B4-BE49-F238E27FC236}">
                <a16:creationId xmlns:a16="http://schemas.microsoft.com/office/drawing/2014/main" id="{2EF862B8-1DA8-F84D-B71C-ED32E4C1E65F}"/>
              </a:ext>
            </a:extLst>
          </p:cNvPr>
          <p:cNvSpPr>
            <a:spLocks noGrp="1"/>
          </p:cNvSpPr>
          <p:nvPr>
            <p:ph type="body" sz="quarter" idx="13"/>
          </p:nvPr>
        </p:nvSpPr>
        <p:spPr>
          <a:xfrm>
            <a:off x="360000" y="4176077"/>
            <a:ext cx="5400000" cy="1483200"/>
          </a:xfrm>
        </p:spPr>
        <p:txBody>
          <a:bodyPr/>
          <a:lstStyle>
            <a:lvl1pPr marL="11112" indent="0">
              <a:buNone/>
              <a:defRPr sz="2400"/>
            </a:lvl1pPr>
          </a:lstStyle>
          <a:p>
            <a:pPr lvl="0"/>
            <a:r>
              <a:rPr lang="en-US" sz="2400">
                <a:latin typeface="Arial" panose="020B0604020202020204" pitchFamily="34" charset="0"/>
                <a:cs typeface="Arial" panose="020B0604020202020204" pitchFamily="34" charset="0"/>
              </a:rPr>
              <a:t>Edit Master text styles</a:t>
            </a:r>
          </a:p>
        </p:txBody>
      </p:sp>
      <p:sp>
        <p:nvSpPr>
          <p:cNvPr id="10" name="Text" descr="Main text">
            <a:extLst>
              <a:ext uri="{FF2B5EF4-FFF2-40B4-BE49-F238E27FC236}">
                <a16:creationId xmlns:a16="http://schemas.microsoft.com/office/drawing/2014/main" id="{C2A66C45-730D-F54A-A6B0-8A42E75C38AD}"/>
              </a:ext>
            </a:extLst>
          </p:cNvPr>
          <p:cNvSpPr>
            <a:spLocks noGrp="1"/>
          </p:cNvSpPr>
          <p:nvPr>
            <p:ph type="body" sz="quarter" idx="14"/>
          </p:nvPr>
        </p:nvSpPr>
        <p:spPr>
          <a:xfrm>
            <a:off x="5940000" y="4176077"/>
            <a:ext cx="5400000" cy="1483200"/>
          </a:xfrm>
        </p:spPr>
        <p:txBody>
          <a:bodyPr/>
          <a:lstStyle>
            <a:lvl1pPr marL="0" marR="0" indent="0" algn="l" defTabSz="914400" rtl="0" eaLnBrk="1" fontAlgn="base" latinLnBrk="0" hangingPunct="1">
              <a:lnSpc>
                <a:spcPct val="90000"/>
              </a:lnSpc>
              <a:spcBef>
                <a:spcPts val="1000"/>
              </a:spcBef>
              <a:spcAft>
                <a:spcPct val="0"/>
              </a:spcAft>
              <a:buClrTx/>
              <a:buSzTx/>
              <a:buFontTx/>
              <a:buNone/>
              <a:tabLst/>
              <a:defRPr sz="1800" baseline="0"/>
            </a:lvl1pPr>
          </a:lstStyle>
          <a:p>
            <a:pPr marL="0" marR="0" lvl="0" indent="0" algn="l" defTabSz="914400" rtl="0" eaLnBrk="1" fontAlgn="base" latinLnBrk="0" hangingPunct="1">
              <a:lnSpc>
                <a:spcPct val="90000"/>
              </a:lnSpc>
              <a:spcBef>
                <a:spcPts val="1000"/>
              </a:spcBef>
              <a:spcAft>
                <a:spcPct val="0"/>
              </a:spcAft>
              <a:buClrTx/>
              <a:buSzTx/>
              <a:buFontTx/>
              <a:buNone/>
              <a:tabLst/>
              <a:defRPr/>
            </a:pPr>
            <a:r>
              <a:rPr lang="en-US">
                <a:latin typeface="Arial" panose="020B0604020202020204" pitchFamily="34" charset="0"/>
                <a:cs typeface="Arial" panose="020B0604020202020204" pitchFamily="34" charset="0"/>
              </a:rPr>
              <a:t>Edit Master text styles</a:t>
            </a:r>
          </a:p>
        </p:txBody>
      </p:sp>
    </p:spTree>
    <p:extLst>
      <p:ext uri="{BB962C8B-B14F-4D97-AF65-F5344CB8AC3E}">
        <p14:creationId xmlns:p14="http://schemas.microsoft.com/office/powerpoint/2010/main" val="2141977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Divider - section start 2">
    <p:spTree>
      <p:nvGrpSpPr>
        <p:cNvPr id="1" name=""/>
        <p:cNvGrpSpPr/>
        <p:nvPr/>
      </p:nvGrpSpPr>
      <p:grpSpPr>
        <a:xfrm>
          <a:off x="0" y="0"/>
          <a:ext cx="0" cy="0"/>
          <a:chOff x="0" y="0"/>
          <a:chExt cx="0" cy="0"/>
        </a:xfrm>
      </p:grpSpPr>
      <p:sp>
        <p:nvSpPr>
          <p:cNvPr id="7" name="Picture">
            <a:extLst>
              <a:ext uri="{FF2B5EF4-FFF2-40B4-BE49-F238E27FC236}">
                <a16:creationId xmlns:a16="http://schemas.microsoft.com/office/drawing/2014/main" id="{F9ECF375-EFC6-8846-9FEE-E3BEC7506D85}"/>
              </a:ext>
            </a:extLst>
          </p:cNvPr>
          <p:cNvSpPr>
            <a:spLocks noGrp="1"/>
          </p:cNvSpPr>
          <p:nvPr>
            <p:ph type="pic" sz="quarter" idx="12" hasCustomPrompt="1"/>
          </p:nvPr>
        </p:nvSpPr>
        <p:spPr>
          <a:xfrm>
            <a:off x="356616" y="900000"/>
            <a:ext cx="7534656" cy="5448518"/>
          </a:xfrm>
          <a:solidFill>
            <a:srgbClr val="FFFFFF"/>
          </a:solidFill>
          <a:ln>
            <a:noFill/>
          </a:ln>
        </p:spPr>
        <p:txBody>
          <a:bodyPr anchor="b" anchorCtr="0"/>
          <a:lstStyle>
            <a:lvl1pPr marL="11112" indent="0" algn="ctr">
              <a:buNone/>
              <a:defRPr sz="2400"/>
            </a:lvl1pPr>
          </a:lstStyle>
          <a:p>
            <a:r>
              <a:rPr lang="en-GB" dirty="0"/>
              <a:t>Click to add picture</a:t>
            </a:r>
            <a:br>
              <a:rPr lang="en-GB" dirty="0"/>
            </a:br>
            <a:endParaRPr lang="en-GB" dirty="0"/>
          </a:p>
        </p:txBody>
      </p:sp>
      <p:sp>
        <p:nvSpPr>
          <p:cNvPr id="6" name="Main Headline" descr="Headline">
            <a:extLst>
              <a:ext uri="{FF2B5EF4-FFF2-40B4-BE49-F238E27FC236}">
                <a16:creationId xmlns:a16="http://schemas.microsoft.com/office/drawing/2014/main" id="{F833FB40-EB53-5843-98C6-9C72F5A14103}"/>
              </a:ext>
            </a:extLst>
          </p:cNvPr>
          <p:cNvSpPr>
            <a:spLocks noGrp="1"/>
          </p:cNvSpPr>
          <p:nvPr>
            <p:ph type="title" hasCustomPrompt="1"/>
          </p:nvPr>
        </p:nvSpPr>
        <p:spPr>
          <a:xfrm>
            <a:off x="-2" y="1440000"/>
            <a:ext cx="6480000" cy="2880000"/>
          </a:xfrm>
          <a:solidFill>
            <a:schemeClr val="bg1"/>
          </a:solidFill>
        </p:spPr>
        <p:txBody>
          <a:bodyPr lIns="360000" tIns="180000"/>
          <a:lstStyle>
            <a:lvl1pPr>
              <a:defRPr baseline="0">
                <a:solidFill>
                  <a:srgbClr val="000000"/>
                </a:solidFill>
              </a:defRPr>
            </a:lvl1pPr>
          </a:lstStyle>
          <a:p>
            <a:r>
              <a:rPr lang="en-US" dirty="0"/>
              <a:t>Main headline, </a:t>
            </a:r>
            <a:br>
              <a:rPr lang="en-US" dirty="0"/>
            </a:br>
            <a:r>
              <a:rPr lang="en-US" dirty="0"/>
              <a:t>Arial 44pt bold</a:t>
            </a:r>
          </a:p>
        </p:txBody>
      </p:sp>
      <p:sp>
        <p:nvSpPr>
          <p:cNvPr id="8" name="Picture " descr="Image">
            <a:extLst>
              <a:ext uri="{FF2B5EF4-FFF2-40B4-BE49-F238E27FC236}">
                <a16:creationId xmlns:a16="http://schemas.microsoft.com/office/drawing/2014/main" id="{9390C092-D95C-EF41-9B4C-B77F203C0B07}"/>
              </a:ext>
            </a:extLst>
          </p:cNvPr>
          <p:cNvSpPr>
            <a:spLocks noGrp="1"/>
          </p:cNvSpPr>
          <p:nvPr>
            <p:ph type="pic" sz="quarter" idx="16" hasCustomPrompt="1"/>
          </p:nvPr>
        </p:nvSpPr>
        <p:spPr>
          <a:xfrm>
            <a:off x="8266715" y="900000"/>
            <a:ext cx="3536848" cy="2906486"/>
          </a:xfrm>
          <a:solidFill>
            <a:srgbClr val="FFFFFF"/>
          </a:solidFill>
          <a:ln>
            <a:noFill/>
          </a:ln>
        </p:spPr>
        <p:txBody>
          <a:bodyPr anchor="b" anchorCtr="0"/>
          <a:lstStyle>
            <a:lvl1pPr marL="11112" indent="0" algn="ctr">
              <a:buNone/>
              <a:defRPr sz="2400"/>
            </a:lvl1pPr>
          </a:lstStyle>
          <a:p>
            <a:r>
              <a:rPr lang="en-GB" dirty="0"/>
              <a:t>Click to add picture</a:t>
            </a:r>
            <a:br>
              <a:rPr lang="en-GB" dirty="0"/>
            </a:br>
            <a:endParaRPr lang="en-GB" dirty="0"/>
          </a:p>
        </p:txBody>
      </p:sp>
      <p:sp>
        <p:nvSpPr>
          <p:cNvPr id="9" name="Text" descr="Text">
            <a:extLst>
              <a:ext uri="{FF2B5EF4-FFF2-40B4-BE49-F238E27FC236}">
                <a16:creationId xmlns:a16="http://schemas.microsoft.com/office/drawing/2014/main" id="{B97104E0-DC3E-EB49-A0B8-75D9C6ED8EDC}"/>
              </a:ext>
            </a:extLst>
          </p:cNvPr>
          <p:cNvSpPr>
            <a:spLocks noGrp="1"/>
          </p:cNvSpPr>
          <p:nvPr>
            <p:ph type="body" sz="quarter" idx="15"/>
          </p:nvPr>
        </p:nvSpPr>
        <p:spPr>
          <a:xfrm>
            <a:off x="8262900" y="4164600"/>
            <a:ext cx="3542400" cy="2287000"/>
          </a:xfrm>
        </p:spPr>
        <p:txBody>
          <a:bodyPr/>
          <a:lstStyle>
            <a:lvl1pPr marL="0" marR="0" indent="0" algn="l" defTabSz="914400" rtl="0" eaLnBrk="1" fontAlgn="base" latinLnBrk="0" hangingPunct="1">
              <a:lnSpc>
                <a:spcPct val="90000"/>
              </a:lnSpc>
              <a:spcBef>
                <a:spcPts val="1000"/>
              </a:spcBef>
              <a:spcAft>
                <a:spcPct val="0"/>
              </a:spcAft>
              <a:buClrTx/>
              <a:buSzTx/>
              <a:buFontTx/>
              <a:buNone/>
              <a:tabLst/>
              <a:defRPr sz="1800"/>
            </a:lvl1pPr>
          </a:lstStyle>
          <a:p>
            <a:pPr marL="0" marR="0" lvl="0" indent="0" algn="l" defTabSz="914400" rtl="0" eaLnBrk="1" fontAlgn="base" latinLnBrk="0" hangingPunct="1">
              <a:lnSpc>
                <a:spcPct val="90000"/>
              </a:lnSpc>
              <a:spcBef>
                <a:spcPts val="1000"/>
              </a:spcBef>
              <a:spcAft>
                <a:spcPct val="0"/>
              </a:spcAft>
              <a:buClrTx/>
              <a:buSzTx/>
              <a:buFontTx/>
              <a:buNone/>
              <a:tabLst/>
              <a:defRPr/>
            </a:pPr>
            <a:r>
              <a:rPr lang="en-US">
                <a:latin typeface="Arial" panose="020B0604020202020204" pitchFamily="34" charset="0"/>
                <a:cs typeface="Arial" panose="020B0604020202020204" pitchFamily="34" charset="0"/>
              </a:rPr>
              <a:t>Edit Master text styles</a:t>
            </a:r>
          </a:p>
        </p:txBody>
      </p:sp>
    </p:spTree>
    <p:extLst>
      <p:ext uri="{BB962C8B-B14F-4D97-AF65-F5344CB8AC3E}">
        <p14:creationId xmlns:p14="http://schemas.microsoft.com/office/powerpoint/2010/main" val="2427144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UCL single text block">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8999900" cy="1368000"/>
          </a:xfrm>
        </p:spPr>
        <p:txBody>
          <a:bodyPr/>
          <a:lstStyle/>
          <a:p>
            <a:r>
              <a:rPr lang="en-US" dirty="0"/>
              <a:t>Main headline, Arial 44pt bold</a:t>
            </a:r>
          </a:p>
        </p:txBody>
      </p:sp>
      <p:sp>
        <p:nvSpPr>
          <p:cNvPr id="12" name="Text" descr="Text">
            <a:extLst>
              <a:ext uri="{FF2B5EF4-FFF2-40B4-BE49-F238E27FC236}">
                <a16:creationId xmlns:a16="http://schemas.microsoft.com/office/drawing/2014/main" id="{52E39625-6121-A140-A00B-27BF9DA232CD}"/>
              </a:ext>
            </a:extLst>
          </p:cNvPr>
          <p:cNvSpPr>
            <a:spLocks noGrp="1"/>
          </p:cNvSpPr>
          <p:nvPr>
            <p:ph type="body" sz="quarter" idx="13"/>
          </p:nvPr>
        </p:nvSpPr>
        <p:spPr>
          <a:xfrm>
            <a:off x="360000" y="2412000"/>
            <a:ext cx="10439064" cy="3600000"/>
          </a:xfrm>
        </p:spPr>
        <p:txBody>
          <a:bodyPr/>
          <a:lstStyle>
            <a:lvl1pPr marL="225425" marR="0" indent="-225425"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sz="2400"/>
            </a:lvl1pPr>
            <a:lvl2pPr marL="222250" indent="-222250">
              <a:buFont typeface="Arial" panose="020B0604020202020204" pitchFamily="34" charset="0"/>
              <a:buChar char="•"/>
              <a:tabLst/>
              <a:defRPr/>
            </a:lvl2pPr>
          </a:lstStyle>
          <a:p>
            <a:pPr lvl="0"/>
            <a:r>
              <a:rPr lang="en-US"/>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3579862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UCL 2 column text">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8999900" cy="1368000"/>
          </a:xfrm>
        </p:spPr>
        <p:txBody>
          <a:bodyPr/>
          <a:lstStyle/>
          <a:p>
            <a:r>
              <a:rPr lang="en-US" dirty="0"/>
              <a:t>Main headline, Arial 44pt bold</a:t>
            </a:r>
          </a:p>
        </p:txBody>
      </p:sp>
      <p:sp>
        <p:nvSpPr>
          <p:cNvPr id="7" name="Text" descr="Text">
            <a:extLst>
              <a:ext uri="{FF2B5EF4-FFF2-40B4-BE49-F238E27FC236}">
                <a16:creationId xmlns:a16="http://schemas.microsoft.com/office/drawing/2014/main" id="{2D2A157B-B06B-5E44-8987-B8F38A7435D7}"/>
              </a:ext>
            </a:extLst>
          </p:cNvPr>
          <p:cNvSpPr>
            <a:spLocks noGrp="1"/>
          </p:cNvSpPr>
          <p:nvPr>
            <p:ph type="body" sz="quarter" idx="13"/>
          </p:nvPr>
        </p:nvSpPr>
        <p:spPr>
          <a:xfrm>
            <a:off x="360000" y="2412000"/>
            <a:ext cx="5399088" cy="3600000"/>
          </a:xfrm>
        </p:spPr>
        <p:txBody>
          <a:bodyPr/>
          <a:lstStyle>
            <a:lvl1pPr marL="225425" marR="0" indent="-225425"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sz="2400"/>
            </a:lvl1pPr>
            <a:lvl2pPr marL="222250" indent="-222250">
              <a:buFont typeface="Arial" panose="020B0604020202020204" pitchFamily="34" charset="0"/>
              <a:buChar char="•"/>
              <a:tabLst/>
              <a:defRPr/>
            </a:lvl2pPr>
          </a:lstStyle>
          <a:p>
            <a:pPr lvl="0"/>
            <a:r>
              <a:rPr lang="en-US"/>
              <a:t>Edit Master text styles</a:t>
            </a:r>
          </a:p>
        </p:txBody>
      </p:sp>
      <p:sp>
        <p:nvSpPr>
          <p:cNvPr id="10" name="Text" descr="Text">
            <a:extLst>
              <a:ext uri="{FF2B5EF4-FFF2-40B4-BE49-F238E27FC236}">
                <a16:creationId xmlns:a16="http://schemas.microsoft.com/office/drawing/2014/main" id="{35F69D9D-B78C-6D4D-8B1E-AB31E336A54A}"/>
              </a:ext>
            </a:extLst>
          </p:cNvPr>
          <p:cNvSpPr>
            <a:spLocks noGrp="1"/>
          </p:cNvSpPr>
          <p:nvPr>
            <p:ph type="body" sz="quarter" idx="15"/>
          </p:nvPr>
        </p:nvSpPr>
        <p:spPr>
          <a:xfrm>
            <a:off x="5940000" y="2412000"/>
            <a:ext cx="5399088" cy="3600000"/>
          </a:xfrm>
        </p:spPr>
        <p:txBody>
          <a:bodyPr/>
          <a:lstStyle>
            <a:lvl1pPr marL="225425" marR="0" indent="-225425"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sz="2400"/>
            </a:lvl1pPr>
            <a:lvl2pPr marL="222250" indent="-222250">
              <a:buFont typeface="Arial" panose="020B0604020202020204" pitchFamily="34" charset="0"/>
              <a:buChar char="•"/>
              <a:tabLst/>
              <a:defRPr/>
            </a:lvl2pPr>
          </a:lstStyle>
          <a:p>
            <a:pPr lvl="0"/>
            <a:r>
              <a:rPr lang="en-US"/>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1997627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UCL 3 column text">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8999900" cy="1368000"/>
          </a:xfrm>
        </p:spPr>
        <p:txBody>
          <a:bodyPr/>
          <a:lstStyle/>
          <a:p>
            <a:r>
              <a:rPr lang="en-US" dirty="0"/>
              <a:t>Main headline, Arial 44pt bold</a:t>
            </a:r>
          </a:p>
        </p:txBody>
      </p:sp>
      <p:sp>
        <p:nvSpPr>
          <p:cNvPr id="8" name="Text" descr="Text">
            <a:extLst>
              <a:ext uri="{FF2B5EF4-FFF2-40B4-BE49-F238E27FC236}">
                <a16:creationId xmlns:a16="http://schemas.microsoft.com/office/drawing/2014/main" id="{83D66963-CB2B-4B4F-BCF3-CFD7FD192F0F}"/>
              </a:ext>
            </a:extLst>
          </p:cNvPr>
          <p:cNvSpPr>
            <a:spLocks noGrp="1"/>
          </p:cNvSpPr>
          <p:nvPr>
            <p:ph type="body" sz="quarter" idx="13"/>
          </p:nvPr>
        </p:nvSpPr>
        <p:spPr>
          <a:xfrm>
            <a:off x="360000" y="2412000"/>
            <a:ext cx="3420000" cy="3600000"/>
          </a:xfrm>
        </p:spPr>
        <p:txBody>
          <a:bodyPr/>
          <a:lstStyle>
            <a:lvl1pPr marL="11112" indent="0">
              <a:buNone/>
              <a:defRPr sz="1800"/>
            </a:lvl1pPr>
            <a:lvl3pPr marL="180975" indent="-171450">
              <a:buFont typeface="Arial" panose="020B0604020202020204" pitchFamily="34" charset="0"/>
              <a:buChar char="•"/>
              <a:tabLst/>
              <a:defRPr/>
            </a:lvl3pPr>
          </a:lstStyle>
          <a:p>
            <a:pPr lvl="0"/>
            <a:r>
              <a:rPr lang="en-US"/>
              <a:t>Edit Master text styles</a:t>
            </a:r>
          </a:p>
        </p:txBody>
      </p:sp>
      <p:sp>
        <p:nvSpPr>
          <p:cNvPr id="10" name="Text" descr="Text">
            <a:extLst>
              <a:ext uri="{FF2B5EF4-FFF2-40B4-BE49-F238E27FC236}">
                <a16:creationId xmlns:a16="http://schemas.microsoft.com/office/drawing/2014/main" id="{F7085F07-56B0-4443-841E-8375628232BD}"/>
              </a:ext>
            </a:extLst>
          </p:cNvPr>
          <p:cNvSpPr>
            <a:spLocks noGrp="1"/>
          </p:cNvSpPr>
          <p:nvPr>
            <p:ph type="body" sz="quarter" idx="14"/>
          </p:nvPr>
        </p:nvSpPr>
        <p:spPr>
          <a:xfrm>
            <a:off x="4320000" y="2412000"/>
            <a:ext cx="3420000" cy="3600000"/>
          </a:xfrm>
        </p:spPr>
        <p:txBody>
          <a:bodyPr/>
          <a:lstStyle>
            <a:lvl1pPr marL="11112" indent="0">
              <a:buNone/>
              <a:defRPr sz="1800"/>
            </a:lvl1pPr>
            <a:lvl3pPr marL="180975" indent="-169863">
              <a:tabLst/>
              <a:defRPr/>
            </a:lvl3pPr>
          </a:lstStyle>
          <a:p>
            <a:pPr lvl="0"/>
            <a:r>
              <a:rPr lang="en-US"/>
              <a:t>Edit Master text styles</a:t>
            </a:r>
          </a:p>
        </p:txBody>
      </p:sp>
      <p:sp>
        <p:nvSpPr>
          <p:cNvPr id="11" name="Text" descr="Text">
            <a:extLst>
              <a:ext uri="{FF2B5EF4-FFF2-40B4-BE49-F238E27FC236}">
                <a16:creationId xmlns:a16="http://schemas.microsoft.com/office/drawing/2014/main" id="{BB07EA65-C349-F04B-BF09-CC2483489C50}"/>
              </a:ext>
            </a:extLst>
          </p:cNvPr>
          <p:cNvSpPr>
            <a:spLocks noGrp="1"/>
          </p:cNvSpPr>
          <p:nvPr>
            <p:ph type="body" sz="quarter" idx="15"/>
          </p:nvPr>
        </p:nvSpPr>
        <p:spPr>
          <a:xfrm>
            <a:off x="8280000" y="2412000"/>
            <a:ext cx="3420000" cy="3600000"/>
          </a:xfrm>
        </p:spPr>
        <p:txBody>
          <a:bodyPr/>
          <a:lstStyle>
            <a:lvl1pPr marL="11112" indent="0">
              <a:buNone/>
              <a:defRPr sz="1800"/>
            </a:lvl1pPr>
            <a:lvl3pPr marL="180975" indent="-169863">
              <a:tabLst/>
              <a:defRPr/>
            </a:lvl3pPr>
          </a:lstStyle>
          <a:p>
            <a:pPr lvl="0"/>
            <a:r>
              <a:rPr lang="en-US"/>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2329774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UCL 4 column text">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8999900" cy="1368000"/>
          </a:xfrm>
        </p:spPr>
        <p:txBody>
          <a:bodyPr/>
          <a:lstStyle/>
          <a:p>
            <a:r>
              <a:rPr lang="en-US" dirty="0"/>
              <a:t>Main headline, Arial 44pt bold</a:t>
            </a:r>
          </a:p>
        </p:txBody>
      </p:sp>
      <p:sp>
        <p:nvSpPr>
          <p:cNvPr id="15" name="Text" descr="Text">
            <a:extLst>
              <a:ext uri="{FF2B5EF4-FFF2-40B4-BE49-F238E27FC236}">
                <a16:creationId xmlns:a16="http://schemas.microsoft.com/office/drawing/2014/main" id="{23293D9A-92DE-2745-A551-12503D5B3859}"/>
              </a:ext>
            </a:extLst>
          </p:cNvPr>
          <p:cNvSpPr>
            <a:spLocks noGrp="1"/>
          </p:cNvSpPr>
          <p:nvPr>
            <p:ph type="body" sz="quarter" idx="13"/>
          </p:nvPr>
        </p:nvSpPr>
        <p:spPr>
          <a:xfrm>
            <a:off x="360000" y="2412000"/>
            <a:ext cx="2610000" cy="3764200"/>
          </a:xfrm>
          <a:noFill/>
        </p:spPr>
        <p:txBody>
          <a:bodyPr lIns="0" tIns="0" rIns="0" bIns="0"/>
          <a:lstStyle>
            <a:lvl1pPr>
              <a:defRPr sz="1800"/>
            </a:lvl1pPr>
            <a:lvl2pPr>
              <a:buFontTx/>
              <a:buNone/>
              <a:defRPr/>
            </a:lvl2pPr>
            <a:lvl3pPr marL="180975" indent="-169863">
              <a:tabLst/>
              <a:defRPr/>
            </a:lvl3pPr>
          </a:lstStyle>
          <a:p>
            <a:pPr lvl="0"/>
            <a:r>
              <a:rPr lang="en-US"/>
              <a:t>Edit Master text styles</a:t>
            </a:r>
          </a:p>
        </p:txBody>
      </p:sp>
      <p:sp>
        <p:nvSpPr>
          <p:cNvPr id="10" name="Text" descr="Text">
            <a:extLst>
              <a:ext uri="{FF2B5EF4-FFF2-40B4-BE49-F238E27FC236}">
                <a16:creationId xmlns:a16="http://schemas.microsoft.com/office/drawing/2014/main" id="{F11753E1-8533-844D-B406-655C6C933046}"/>
              </a:ext>
            </a:extLst>
          </p:cNvPr>
          <p:cNvSpPr>
            <a:spLocks noGrp="1"/>
          </p:cNvSpPr>
          <p:nvPr>
            <p:ph type="body" sz="quarter" idx="14"/>
          </p:nvPr>
        </p:nvSpPr>
        <p:spPr>
          <a:xfrm>
            <a:off x="3287688" y="2412000"/>
            <a:ext cx="2610000" cy="3764200"/>
          </a:xfrm>
          <a:noFill/>
        </p:spPr>
        <p:txBody>
          <a:bodyPr lIns="0" tIns="0" rIns="0" bIns="0"/>
          <a:lstStyle>
            <a:lvl1pPr>
              <a:defRPr sz="1800"/>
            </a:lvl1pPr>
            <a:lvl2pPr>
              <a:buFontTx/>
              <a:buNone/>
              <a:defRPr/>
            </a:lvl2pPr>
            <a:lvl3pPr marL="180975" indent="-169863">
              <a:tabLst/>
              <a:defRPr/>
            </a:lvl3pPr>
          </a:lstStyle>
          <a:p>
            <a:pPr lvl="0"/>
            <a:r>
              <a:rPr lang="en-US"/>
              <a:t>Edit Master text styles</a:t>
            </a:r>
          </a:p>
        </p:txBody>
      </p:sp>
      <p:sp>
        <p:nvSpPr>
          <p:cNvPr id="11" name="Text" descr="Text">
            <a:extLst>
              <a:ext uri="{FF2B5EF4-FFF2-40B4-BE49-F238E27FC236}">
                <a16:creationId xmlns:a16="http://schemas.microsoft.com/office/drawing/2014/main" id="{562D057E-84DA-844C-8F30-A88C629E1DFE}"/>
              </a:ext>
            </a:extLst>
          </p:cNvPr>
          <p:cNvSpPr>
            <a:spLocks noGrp="1"/>
          </p:cNvSpPr>
          <p:nvPr>
            <p:ph type="body" sz="quarter" idx="15"/>
          </p:nvPr>
        </p:nvSpPr>
        <p:spPr>
          <a:xfrm>
            <a:off x="6168008" y="2412000"/>
            <a:ext cx="2610000" cy="3764200"/>
          </a:xfrm>
          <a:noFill/>
        </p:spPr>
        <p:txBody>
          <a:bodyPr lIns="0" tIns="0" rIns="0" bIns="0"/>
          <a:lstStyle>
            <a:lvl1pPr>
              <a:defRPr sz="1800"/>
            </a:lvl1pPr>
            <a:lvl2pPr>
              <a:buFontTx/>
              <a:buNone/>
              <a:defRPr/>
            </a:lvl2pPr>
            <a:lvl3pPr marL="180975" indent="-169863">
              <a:tabLst/>
              <a:defRPr/>
            </a:lvl3pPr>
          </a:lstStyle>
          <a:p>
            <a:pPr lvl="0"/>
            <a:r>
              <a:rPr lang="en-US"/>
              <a:t>Edit Master text styles</a:t>
            </a:r>
          </a:p>
        </p:txBody>
      </p:sp>
      <p:sp>
        <p:nvSpPr>
          <p:cNvPr id="12" name="Text" descr="Text">
            <a:extLst>
              <a:ext uri="{FF2B5EF4-FFF2-40B4-BE49-F238E27FC236}">
                <a16:creationId xmlns:a16="http://schemas.microsoft.com/office/drawing/2014/main" id="{3FA6CE8B-790A-C44A-B1D0-DA5AC754A4F7}"/>
              </a:ext>
            </a:extLst>
          </p:cNvPr>
          <p:cNvSpPr>
            <a:spLocks noGrp="1"/>
          </p:cNvSpPr>
          <p:nvPr>
            <p:ph type="body" sz="quarter" idx="16"/>
          </p:nvPr>
        </p:nvSpPr>
        <p:spPr>
          <a:xfrm>
            <a:off x="9048328" y="2412000"/>
            <a:ext cx="2610000" cy="3764200"/>
          </a:xfrm>
          <a:noFill/>
        </p:spPr>
        <p:txBody>
          <a:bodyPr lIns="0" tIns="0" rIns="0" bIns="0"/>
          <a:lstStyle>
            <a:lvl1pPr>
              <a:defRPr sz="1800"/>
            </a:lvl1pPr>
            <a:lvl2pPr>
              <a:buFontTx/>
              <a:buNone/>
              <a:defRPr/>
            </a:lvl2pPr>
            <a:lvl3pPr marL="180975" indent="-169863">
              <a:tabLst/>
              <a:defRPr/>
            </a:lvl3pPr>
          </a:lstStyle>
          <a:p>
            <a:pPr lvl="0"/>
            <a:r>
              <a:rPr lang="en-US"/>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30263344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UCL 4 column colour panels">
    <p:spTree>
      <p:nvGrpSpPr>
        <p:cNvPr id="1" name=""/>
        <p:cNvGrpSpPr/>
        <p:nvPr/>
      </p:nvGrpSpPr>
      <p:grpSpPr>
        <a:xfrm>
          <a:off x="0" y="0"/>
          <a:ext cx="0" cy="0"/>
          <a:chOff x="0" y="0"/>
          <a:chExt cx="0" cy="0"/>
        </a:xfrm>
      </p:grpSpPr>
      <p:sp>
        <p:nvSpPr>
          <p:cNvPr id="7" name="Main Headline" descr="Headline">
            <a:extLst>
              <a:ext uri="{FF2B5EF4-FFF2-40B4-BE49-F238E27FC236}">
                <a16:creationId xmlns:a16="http://schemas.microsoft.com/office/drawing/2014/main" id="{5CB62203-BCF9-3241-9684-0F4402446FAF}"/>
              </a:ext>
            </a:extLst>
          </p:cNvPr>
          <p:cNvSpPr>
            <a:spLocks noGrp="1"/>
          </p:cNvSpPr>
          <p:nvPr>
            <p:ph type="body" sz="quarter" idx="13"/>
          </p:nvPr>
        </p:nvSpPr>
        <p:spPr>
          <a:xfrm>
            <a:off x="360000" y="922302"/>
            <a:ext cx="2610000" cy="5220000"/>
          </a:xfrm>
          <a:solidFill>
            <a:srgbClr val="500777"/>
          </a:solidFill>
        </p:spPr>
        <p:txBody>
          <a:bodyPr lIns="180000" tIns="180000" rIns="180000" bIns="180000"/>
          <a:lstStyle>
            <a:lvl1pPr marL="11112" indent="0">
              <a:buNone/>
              <a:defRPr>
                <a:solidFill>
                  <a:schemeClr val="bg1"/>
                </a:solidFill>
              </a:defRPr>
            </a:lvl1pPr>
            <a:lvl2pPr>
              <a:buFontTx/>
              <a:buNone/>
              <a:defRPr/>
            </a:lvl2pPr>
          </a:lstStyle>
          <a:p>
            <a:pPr lvl="0"/>
            <a:r>
              <a:rPr lang="en-US" sz="3600" dirty="0">
                <a:latin typeface="Arial" panose="020B0604020202020204" pitchFamily="34" charset="0"/>
                <a:cs typeface="Arial" panose="020B0604020202020204" pitchFamily="34" charset="0"/>
              </a:rPr>
              <a:t>Edit Master text styles</a:t>
            </a:r>
          </a:p>
        </p:txBody>
      </p:sp>
      <p:sp>
        <p:nvSpPr>
          <p:cNvPr id="8" name="background">
            <a:extLst>
              <a:ext uri="{FF2B5EF4-FFF2-40B4-BE49-F238E27FC236}">
                <a16:creationId xmlns:a16="http://schemas.microsoft.com/office/drawing/2014/main" id="{E0051C4D-5840-9846-A6CC-052B1F915DE4}"/>
              </a:ext>
            </a:extLst>
          </p:cNvPr>
          <p:cNvSpPr>
            <a:spLocks noGrp="1"/>
          </p:cNvSpPr>
          <p:nvPr>
            <p:ph type="body" sz="quarter" idx="14" hasCustomPrompt="1"/>
          </p:nvPr>
        </p:nvSpPr>
        <p:spPr>
          <a:xfrm>
            <a:off x="3286800" y="900000"/>
            <a:ext cx="2610000" cy="5220000"/>
          </a:xfrm>
          <a:solidFill>
            <a:srgbClr val="500777"/>
          </a:solidFill>
        </p:spPr>
        <p:txBody>
          <a:bodyPr lIns="180000" tIns="180000" rIns="180000" bIns="180000"/>
          <a:lstStyle>
            <a:lvl1pPr marL="11112" indent="0">
              <a:buNone/>
              <a:defRPr>
                <a:solidFill>
                  <a:schemeClr val="bg1"/>
                </a:solidFill>
              </a:defRPr>
            </a:lvl1pPr>
            <a:lvl2pPr>
              <a:buFontTx/>
              <a:buNone/>
              <a:defRPr/>
            </a:lvl2pPr>
          </a:lstStyle>
          <a:p>
            <a:r>
              <a:rPr lang="en-US" sz="3600" dirty="0">
                <a:latin typeface="Arial" panose="020B0604020202020204" pitchFamily="34" charset="0"/>
                <a:cs typeface="Arial" panose="020B0604020202020204" pitchFamily="34" charset="0"/>
              </a:rPr>
              <a:t>1</a:t>
            </a:r>
          </a:p>
        </p:txBody>
      </p:sp>
      <p:pic>
        <p:nvPicPr>
          <p:cNvPr id="19" name="Picture" descr="Image">
            <a:extLst>
              <a:ext uri="{FF2B5EF4-FFF2-40B4-BE49-F238E27FC236}">
                <a16:creationId xmlns:a16="http://schemas.microsoft.com/office/drawing/2014/main" id="{7D295661-D9DD-8D43-9041-6814DE8FF69D}"/>
              </a:ext>
            </a:extLst>
          </p:cNvPr>
          <p:cNvPicPr>
            <a:picLocks noChangeAspect="1"/>
          </p:cNvPicPr>
          <p:nvPr userDrawn="1"/>
        </p:nvPicPr>
        <p:blipFill>
          <a:blip r:embed="rId2"/>
          <a:stretch>
            <a:fillRect/>
          </a:stretch>
        </p:blipFill>
        <p:spPr>
          <a:xfrm>
            <a:off x="3905624" y="1290917"/>
            <a:ext cx="1328200" cy="1557617"/>
          </a:xfrm>
          <a:prstGeom prst="rect">
            <a:avLst/>
          </a:prstGeom>
        </p:spPr>
      </p:pic>
      <p:sp>
        <p:nvSpPr>
          <p:cNvPr id="13" name="Text" descr="Text">
            <a:extLst>
              <a:ext uri="{FF2B5EF4-FFF2-40B4-BE49-F238E27FC236}">
                <a16:creationId xmlns:a16="http://schemas.microsoft.com/office/drawing/2014/main" id="{73CED3B5-33C7-894B-9D58-FC396998F4D3}"/>
              </a:ext>
            </a:extLst>
          </p:cNvPr>
          <p:cNvSpPr>
            <a:spLocks noGrp="1"/>
          </p:cNvSpPr>
          <p:nvPr>
            <p:ph type="body" sz="quarter" idx="18"/>
          </p:nvPr>
        </p:nvSpPr>
        <p:spPr>
          <a:xfrm>
            <a:off x="3503712" y="3073400"/>
            <a:ext cx="2222500" cy="3022600"/>
          </a:xfrm>
        </p:spPr>
        <p:txBody>
          <a:bodyPr/>
          <a:lstStyle>
            <a:lvl1pPr>
              <a:defRPr sz="1800">
                <a:solidFill>
                  <a:schemeClr val="bg1"/>
                </a:solidFill>
              </a:defRPr>
            </a:lvl1pPr>
            <a:lvl2pPr algn="l">
              <a:defRPr sz="1800"/>
            </a:lvl2pPr>
            <a:lvl3pPr marL="180975" indent="-169863">
              <a:tabLst/>
              <a:defRPr/>
            </a:lvl3pPr>
          </a:lstStyle>
          <a:p>
            <a:pPr lvl="0"/>
            <a:r>
              <a:rPr lang="en-US" dirty="0"/>
              <a:t>Edit Master text styles</a:t>
            </a:r>
          </a:p>
        </p:txBody>
      </p:sp>
      <p:sp>
        <p:nvSpPr>
          <p:cNvPr id="9" name="background">
            <a:extLst>
              <a:ext uri="{FF2B5EF4-FFF2-40B4-BE49-F238E27FC236}">
                <a16:creationId xmlns:a16="http://schemas.microsoft.com/office/drawing/2014/main" id="{E69AB749-3152-6149-94E2-048594181730}"/>
              </a:ext>
            </a:extLst>
          </p:cNvPr>
          <p:cNvSpPr>
            <a:spLocks noGrp="1"/>
          </p:cNvSpPr>
          <p:nvPr>
            <p:ph type="body" sz="quarter" idx="15" hasCustomPrompt="1"/>
          </p:nvPr>
        </p:nvSpPr>
        <p:spPr>
          <a:xfrm>
            <a:off x="6238800" y="900000"/>
            <a:ext cx="2610000" cy="5220000"/>
          </a:xfrm>
          <a:solidFill>
            <a:srgbClr val="500777"/>
          </a:solidFill>
        </p:spPr>
        <p:txBody>
          <a:bodyPr lIns="180000" tIns="180000" rIns="180000" bIns="180000"/>
          <a:lstStyle>
            <a:lvl1pPr marL="11112" indent="0">
              <a:buNone/>
              <a:defRPr>
                <a:solidFill>
                  <a:schemeClr val="bg1"/>
                </a:solidFill>
              </a:defRPr>
            </a:lvl1pPr>
            <a:lvl2pPr>
              <a:buFontTx/>
              <a:buNone/>
              <a:defRPr/>
            </a:lvl2pPr>
          </a:lstStyle>
          <a:p>
            <a:r>
              <a:rPr lang="en-US" sz="3600" dirty="0">
                <a:latin typeface="Arial" panose="020B0604020202020204" pitchFamily="34" charset="0"/>
                <a:cs typeface="Arial" panose="020B0604020202020204" pitchFamily="34" charset="0"/>
              </a:rPr>
              <a:t>1</a:t>
            </a:r>
          </a:p>
        </p:txBody>
      </p:sp>
      <p:pic>
        <p:nvPicPr>
          <p:cNvPr id="21" name="Picture" descr="Image">
            <a:extLst>
              <a:ext uri="{FF2B5EF4-FFF2-40B4-BE49-F238E27FC236}">
                <a16:creationId xmlns:a16="http://schemas.microsoft.com/office/drawing/2014/main" id="{34669171-BF23-B54C-8D3F-B1C89E122C36}"/>
              </a:ext>
            </a:extLst>
          </p:cNvPr>
          <p:cNvPicPr>
            <a:picLocks noChangeAspect="1"/>
          </p:cNvPicPr>
          <p:nvPr userDrawn="1"/>
        </p:nvPicPr>
        <p:blipFill>
          <a:blip r:embed="rId2"/>
          <a:stretch>
            <a:fillRect/>
          </a:stretch>
        </p:blipFill>
        <p:spPr>
          <a:xfrm>
            <a:off x="6960096" y="1292400"/>
            <a:ext cx="1328200" cy="1557617"/>
          </a:xfrm>
          <a:prstGeom prst="rect">
            <a:avLst/>
          </a:prstGeom>
        </p:spPr>
      </p:pic>
      <p:sp>
        <p:nvSpPr>
          <p:cNvPr id="14" name="Text" descr="Text">
            <a:extLst>
              <a:ext uri="{FF2B5EF4-FFF2-40B4-BE49-F238E27FC236}">
                <a16:creationId xmlns:a16="http://schemas.microsoft.com/office/drawing/2014/main" id="{87F3A240-3369-0145-B540-5A60FA0848EA}"/>
              </a:ext>
            </a:extLst>
          </p:cNvPr>
          <p:cNvSpPr>
            <a:spLocks noGrp="1"/>
          </p:cNvSpPr>
          <p:nvPr>
            <p:ph type="body" sz="quarter" idx="19" hasCustomPrompt="1"/>
          </p:nvPr>
        </p:nvSpPr>
        <p:spPr>
          <a:xfrm>
            <a:off x="6456040" y="3073400"/>
            <a:ext cx="2222500" cy="3022600"/>
          </a:xfrm>
        </p:spPr>
        <p:txBody>
          <a:bodyPr/>
          <a:lstStyle>
            <a:lvl1pPr>
              <a:defRPr sz="1800">
                <a:solidFill>
                  <a:schemeClr val="bg1"/>
                </a:solidFill>
              </a:defRPr>
            </a:lvl1pPr>
            <a:lvl2pPr algn="l">
              <a:defRPr sz="1800"/>
            </a:lvl2pPr>
            <a:lvl3pPr marL="180975" indent="-169863">
              <a:tabLst/>
              <a:defRPr/>
            </a:lvl3pPr>
          </a:lstStyle>
          <a:p>
            <a:pPr lvl="0"/>
            <a:r>
              <a:rPr lang="en-US" dirty="0"/>
              <a:t>Edit Master text styles</a:t>
            </a:r>
          </a:p>
        </p:txBody>
      </p:sp>
      <p:sp>
        <p:nvSpPr>
          <p:cNvPr id="10" name="background">
            <a:extLst>
              <a:ext uri="{FF2B5EF4-FFF2-40B4-BE49-F238E27FC236}">
                <a16:creationId xmlns:a16="http://schemas.microsoft.com/office/drawing/2014/main" id="{F708712F-D0E9-B94A-A9B7-F258F0F10A73}"/>
              </a:ext>
            </a:extLst>
          </p:cNvPr>
          <p:cNvSpPr>
            <a:spLocks noGrp="1"/>
          </p:cNvSpPr>
          <p:nvPr>
            <p:ph type="body" sz="quarter" idx="16" hasCustomPrompt="1"/>
          </p:nvPr>
        </p:nvSpPr>
        <p:spPr>
          <a:xfrm>
            <a:off x="9190800" y="900000"/>
            <a:ext cx="2610000" cy="5220000"/>
          </a:xfrm>
          <a:solidFill>
            <a:srgbClr val="500777"/>
          </a:solidFill>
        </p:spPr>
        <p:txBody>
          <a:bodyPr lIns="180000" tIns="180000" rIns="180000" bIns="180000"/>
          <a:lstStyle>
            <a:lvl1pPr marL="11112" indent="0">
              <a:buNone/>
              <a:defRPr>
                <a:solidFill>
                  <a:schemeClr val="bg1"/>
                </a:solidFill>
              </a:defRPr>
            </a:lvl1pPr>
            <a:lvl2pPr>
              <a:buFontTx/>
              <a:buNone/>
              <a:defRPr/>
            </a:lvl2pPr>
          </a:lstStyle>
          <a:p>
            <a:r>
              <a:rPr lang="en-US" sz="3600" dirty="0">
                <a:latin typeface="Arial" panose="020B0604020202020204" pitchFamily="34" charset="0"/>
                <a:cs typeface="Arial" panose="020B0604020202020204" pitchFamily="34" charset="0"/>
              </a:rPr>
              <a:t>3</a:t>
            </a:r>
          </a:p>
        </p:txBody>
      </p:sp>
      <p:pic>
        <p:nvPicPr>
          <p:cNvPr id="22" name="Picture" descr="Image">
            <a:extLst>
              <a:ext uri="{FF2B5EF4-FFF2-40B4-BE49-F238E27FC236}">
                <a16:creationId xmlns:a16="http://schemas.microsoft.com/office/drawing/2014/main" id="{8073F21E-F4EF-B246-B7E8-4FA799EC37BA}"/>
              </a:ext>
            </a:extLst>
          </p:cNvPr>
          <p:cNvPicPr>
            <a:picLocks noChangeAspect="1"/>
          </p:cNvPicPr>
          <p:nvPr userDrawn="1"/>
        </p:nvPicPr>
        <p:blipFill>
          <a:blip r:embed="rId2"/>
          <a:stretch>
            <a:fillRect/>
          </a:stretch>
        </p:blipFill>
        <p:spPr>
          <a:xfrm>
            <a:off x="9840416" y="1290917"/>
            <a:ext cx="1328200" cy="1557617"/>
          </a:xfrm>
          <a:prstGeom prst="rect">
            <a:avLst/>
          </a:prstGeom>
        </p:spPr>
      </p:pic>
      <p:sp>
        <p:nvSpPr>
          <p:cNvPr id="16" name="Text" descr="Text">
            <a:extLst>
              <a:ext uri="{FF2B5EF4-FFF2-40B4-BE49-F238E27FC236}">
                <a16:creationId xmlns:a16="http://schemas.microsoft.com/office/drawing/2014/main" id="{5387EEB0-9F43-E241-9EDB-010FB36582B4}"/>
              </a:ext>
            </a:extLst>
          </p:cNvPr>
          <p:cNvSpPr>
            <a:spLocks noGrp="1"/>
          </p:cNvSpPr>
          <p:nvPr>
            <p:ph type="body" sz="quarter" idx="21"/>
          </p:nvPr>
        </p:nvSpPr>
        <p:spPr>
          <a:xfrm>
            <a:off x="9408368" y="3068960"/>
            <a:ext cx="2222500" cy="3022600"/>
          </a:xfrm>
        </p:spPr>
        <p:txBody>
          <a:bodyPr/>
          <a:lstStyle>
            <a:lvl1pPr>
              <a:defRPr sz="1800">
                <a:solidFill>
                  <a:schemeClr val="bg1"/>
                </a:solidFill>
              </a:defRPr>
            </a:lvl1pPr>
            <a:lvl2pPr algn="l">
              <a:defRPr sz="1800"/>
            </a:lvl2pPr>
            <a:lvl3pPr marL="180975" indent="-169863">
              <a:tabLst/>
              <a:defRPr/>
            </a:lvl3pPr>
          </a:lstStyle>
          <a:p>
            <a:pPr lvl="0"/>
            <a:r>
              <a:rPr lang="en-US" dirty="0"/>
              <a:t>Edit Master text styles</a:t>
            </a:r>
          </a:p>
        </p:txBody>
      </p:sp>
      <p:sp>
        <p:nvSpPr>
          <p:cNvPr id="3" name="Date Placeholder 2">
            <a:extLst>
              <a:ext uri="{FF2B5EF4-FFF2-40B4-BE49-F238E27FC236}">
                <a16:creationId xmlns:a16="http://schemas.microsoft.com/office/drawing/2014/main" id="{26373E51-46F8-B446-A241-A5395388A9EB}"/>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B8BCFD4B-BF38-E841-868E-C9F3BBC7265C}"/>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DB688DCC-68B7-D349-B50E-BEE3CC1D87CA}"/>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2996836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UCL two column Image">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5400000" cy="2325802"/>
          </a:xfrm>
        </p:spPr>
        <p:txBody>
          <a:bodyPr/>
          <a:lstStyle>
            <a:lvl1pPr>
              <a:defRPr sz="3600" b="0"/>
            </a:lvl1pPr>
          </a:lstStyle>
          <a:p>
            <a:pPr lvl="0"/>
            <a:r>
              <a:rPr lang="en-GB" dirty="0"/>
              <a:t>Heading</a:t>
            </a:r>
          </a:p>
        </p:txBody>
      </p:sp>
      <p:sp>
        <p:nvSpPr>
          <p:cNvPr id="11" name="Text" descr="Text">
            <a:extLst>
              <a:ext uri="{FF2B5EF4-FFF2-40B4-BE49-F238E27FC236}">
                <a16:creationId xmlns:a16="http://schemas.microsoft.com/office/drawing/2014/main" id="{96CC15FA-5D3D-604E-8882-80A2838906CB}"/>
              </a:ext>
            </a:extLst>
          </p:cNvPr>
          <p:cNvSpPr>
            <a:spLocks noGrp="1"/>
          </p:cNvSpPr>
          <p:nvPr>
            <p:ph type="body" sz="quarter" idx="13"/>
          </p:nvPr>
        </p:nvSpPr>
        <p:spPr>
          <a:xfrm>
            <a:off x="360000" y="3618500"/>
            <a:ext cx="5399088" cy="2617200"/>
          </a:xfrm>
        </p:spPr>
        <p:txBody>
          <a:bodyPr/>
          <a:lstStyle>
            <a:lvl1pPr marL="180975" marR="0" indent="-180975"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sz="1800"/>
            </a:lvl1pPr>
          </a:lstStyle>
          <a:p>
            <a:pPr lvl="0"/>
            <a:r>
              <a:rPr lang="en-US"/>
              <a:t>Edit Master text styles</a:t>
            </a:r>
          </a:p>
        </p:txBody>
      </p:sp>
      <p:sp>
        <p:nvSpPr>
          <p:cNvPr id="7" name="Picture" descr="Image">
            <a:extLst>
              <a:ext uri="{FF2B5EF4-FFF2-40B4-BE49-F238E27FC236}">
                <a16:creationId xmlns:a16="http://schemas.microsoft.com/office/drawing/2014/main" id="{C443FA27-F0DB-1840-998D-206100BED38F}"/>
              </a:ext>
            </a:extLst>
          </p:cNvPr>
          <p:cNvSpPr>
            <a:spLocks noGrp="1"/>
          </p:cNvSpPr>
          <p:nvPr>
            <p:ph type="pic" sz="quarter" idx="18" hasCustomPrompt="1"/>
          </p:nvPr>
        </p:nvSpPr>
        <p:spPr>
          <a:xfrm>
            <a:off x="5940000" y="900000"/>
            <a:ext cx="5400000" cy="5344683"/>
          </a:xfrm>
          <a:solidFill>
            <a:srgbClr val="FFFFFF"/>
          </a:solidFill>
          <a:ln>
            <a:noFill/>
          </a:ln>
        </p:spPr>
        <p:txBody>
          <a:bodyPr anchor="b" anchorCtr="0"/>
          <a:lstStyle>
            <a:lvl1pPr marL="11112" indent="0" algn="ctr">
              <a:buNone/>
              <a:defRPr sz="2400"/>
            </a:lvl1pPr>
          </a:lstStyle>
          <a:p>
            <a:r>
              <a:rPr lang="en-GB" dirty="0"/>
              <a:t>Click to add picture</a:t>
            </a:r>
            <a:br>
              <a:rPr lang="en-GB" dirty="0"/>
            </a:br>
            <a:endParaRPr lang="en-GB" dirty="0"/>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27422159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CL three column image">
    <p:spTree>
      <p:nvGrpSpPr>
        <p:cNvPr id="1" name=""/>
        <p:cNvGrpSpPr/>
        <p:nvPr/>
      </p:nvGrpSpPr>
      <p:grpSpPr>
        <a:xfrm>
          <a:off x="0" y="0"/>
          <a:ext cx="0" cy="0"/>
          <a:chOff x="0" y="0"/>
          <a:chExt cx="0" cy="0"/>
        </a:xfrm>
      </p:grpSpPr>
      <p:sp>
        <p:nvSpPr>
          <p:cNvPr id="12" name="Picture" descr="Image">
            <a:extLst>
              <a:ext uri="{FF2B5EF4-FFF2-40B4-BE49-F238E27FC236}">
                <a16:creationId xmlns:a16="http://schemas.microsoft.com/office/drawing/2014/main" id="{935F83AB-29A1-EF49-B6EC-5214A87545D5}"/>
              </a:ext>
            </a:extLst>
          </p:cNvPr>
          <p:cNvSpPr>
            <a:spLocks noGrp="1"/>
          </p:cNvSpPr>
          <p:nvPr>
            <p:ph type="pic" sz="quarter" idx="16" hasCustomPrompt="1"/>
          </p:nvPr>
        </p:nvSpPr>
        <p:spPr>
          <a:xfrm>
            <a:off x="360000" y="900000"/>
            <a:ext cx="3420000" cy="2880000"/>
          </a:xfrm>
          <a:solidFill>
            <a:srgbClr val="FFFFFF"/>
          </a:solidFill>
          <a:ln>
            <a:noFill/>
          </a:ln>
        </p:spPr>
        <p:txBody>
          <a:bodyPr anchor="b" anchorCtr="0"/>
          <a:lstStyle>
            <a:lvl1pPr marL="11112" indent="0" algn="ctr">
              <a:buNone/>
              <a:defRPr sz="2400"/>
            </a:lvl1pPr>
          </a:lstStyle>
          <a:p>
            <a:r>
              <a:rPr lang="en-GB" dirty="0"/>
              <a:t>Click to add picture</a:t>
            </a:r>
            <a:br>
              <a:rPr lang="en-GB" dirty="0"/>
            </a:br>
            <a:endParaRPr lang="en-GB" dirty="0"/>
          </a:p>
        </p:txBody>
      </p:sp>
      <p:sp>
        <p:nvSpPr>
          <p:cNvPr id="8" name="Text" descr="Text">
            <a:extLst>
              <a:ext uri="{FF2B5EF4-FFF2-40B4-BE49-F238E27FC236}">
                <a16:creationId xmlns:a16="http://schemas.microsoft.com/office/drawing/2014/main" id="{83D66963-CB2B-4B4F-BCF3-CFD7FD192F0F}"/>
              </a:ext>
            </a:extLst>
          </p:cNvPr>
          <p:cNvSpPr>
            <a:spLocks noGrp="1"/>
          </p:cNvSpPr>
          <p:nvPr>
            <p:ph type="body" sz="quarter" idx="13"/>
          </p:nvPr>
        </p:nvSpPr>
        <p:spPr>
          <a:xfrm>
            <a:off x="360000" y="4017600"/>
            <a:ext cx="3420000" cy="2304000"/>
          </a:xfrm>
        </p:spPr>
        <p:txBody>
          <a:bodyPr/>
          <a:lstStyle>
            <a:lvl1pPr marL="180975" indent="-169863">
              <a:tabLst/>
              <a:defRPr sz="1800"/>
            </a:lvl1pPr>
          </a:lstStyle>
          <a:p>
            <a:pPr lvl="0"/>
            <a:r>
              <a:rPr lang="en-US"/>
              <a:t>Edit Master text styles</a:t>
            </a:r>
          </a:p>
        </p:txBody>
      </p:sp>
      <p:sp>
        <p:nvSpPr>
          <p:cNvPr id="13" name="Picture" descr="Image">
            <a:extLst>
              <a:ext uri="{FF2B5EF4-FFF2-40B4-BE49-F238E27FC236}">
                <a16:creationId xmlns:a16="http://schemas.microsoft.com/office/drawing/2014/main" id="{E95E3DE4-2C02-DF4D-871A-130A912A3EB7}"/>
              </a:ext>
            </a:extLst>
          </p:cNvPr>
          <p:cNvSpPr>
            <a:spLocks noGrp="1"/>
          </p:cNvSpPr>
          <p:nvPr>
            <p:ph type="pic" sz="quarter" idx="17" hasCustomPrompt="1"/>
          </p:nvPr>
        </p:nvSpPr>
        <p:spPr>
          <a:xfrm>
            <a:off x="4295800" y="900000"/>
            <a:ext cx="3420000" cy="2880000"/>
          </a:xfrm>
          <a:solidFill>
            <a:srgbClr val="FFFFFF"/>
          </a:solidFill>
          <a:ln>
            <a:noFill/>
          </a:ln>
        </p:spPr>
        <p:txBody>
          <a:bodyPr anchor="b" anchorCtr="0"/>
          <a:lstStyle>
            <a:lvl1pPr marL="11112" indent="0" algn="ctr">
              <a:buNone/>
              <a:defRPr sz="2400"/>
            </a:lvl1pPr>
          </a:lstStyle>
          <a:p>
            <a:r>
              <a:rPr lang="en-GB" dirty="0"/>
              <a:t>Click to add picture</a:t>
            </a:r>
            <a:br>
              <a:rPr lang="en-GB" dirty="0"/>
            </a:br>
            <a:endParaRPr lang="en-GB" dirty="0"/>
          </a:p>
        </p:txBody>
      </p:sp>
      <p:sp>
        <p:nvSpPr>
          <p:cNvPr id="10" name="Text" descr="Text">
            <a:extLst>
              <a:ext uri="{FF2B5EF4-FFF2-40B4-BE49-F238E27FC236}">
                <a16:creationId xmlns:a16="http://schemas.microsoft.com/office/drawing/2014/main" id="{F7085F07-56B0-4443-841E-8375628232BD}"/>
              </a:ext>
            </a:extLst>
          </p:cNvPr>
          <p:cNvSpPr>
            <a:spLocks noGrp="1"/>
          </p:cNvSpPr>
          <p:nvPr>
            <p:ph type="body" sz="quarter" idx="14"/>
          </p:nvPr>
        </p:nvSpPr>
        <p:spPr>
          <a:xfrm>
            <a:off x="4320000" y="4017600"/>
            <a:ext cx="3420000" cy="2304000"/>
          </a:xfrm>
        </p:spPr>
        <p:txBody>
          <a:bodyPr/>
          <a:lstStyle>
            <a:lvl1pPr marL="180975" indent="-169863">
              <a:tabLst/>
              <a:defRPr sz="1800"/>
            </a:lvl1pPr>
          </a:lstStyle>
          <a:p>
            <a:pPr lvl="0"/>
            <a:r>
              <a:rPr lang="en-US"/>
              <a:t>Edit Master text styles</a:t>
            </a:r>
          </a:p>
        </p:txBody>
      </p:sp>
      <p:sp>
        <p:nvSpPr>
          <p:cNvPr id="15" name="Picture" descr="Image">
            <a:extLst>
              <a:ext uri="{FF2B5EF4-FFF2-40B4-BE49-F238E27FC236}">
                <a16:creationId xmlns:a16="http://schemas.microsoft.com/office/drawing/2014/main" id="{08A0AD7D-724B-E44B-89BE-D93B46E6BC83}"/>
              </a:ext>
            </a:extLst>
          </p:cNvPr>
          <p:cNvSpPr>
            <a:spLocks noGrp="1"/>
          </p:cNvSpPr>
          <p:nvPr>
            <p:ph type="pic" sz="quarter" idx="18" hasCustomPrompt="1"/>
          </p:nvPr>
        </p:nvSpPr>
        <p:spPr>
          <a:xfrm>
            <a:off x="8256240" y="900000"/>
            <a:ext cx="3420000" cy="2880000"/>
          </a:xfrm>
          <a:solidFill>
            <a:srgbClr val="FFFFFF"/>
          </a:solidFill>
          <a:ln>
            <a:noFill/>
          </a:ln>
        </p:spPr>
        <p:txBody>
          <a:bodyPr anchor="b" anchorCtr="0"/>
          <a:lstStyle>
            <a:lvl1pPr marL="11112" indent="0" algn="ctr">
              <a:buNone/>
              <a:defRPr sz="2400"/>
            </a:lvl1pPr>
          </a:lstStyle>
          <a:p>
            <a:r>
              <a:rPr lang="en-GB" dirty="0"/>
              <a:t>Click to add picture</a:t>
            </a:r>
            <a:br>
              <a:rPr lang="en-GB" dirty="0"/>
            </a:br>
            <a:endParaRPr lang="en-GB" dirty="0"/>
          </a:p>
        </p:txBody>
      </p:sp>
      <p:sp>
        <p:nvSpPr>
          <p:cNvPr id="11" name="Text" descr="Text">
            <a:extLst>
              <a:ext uri="{FF2B5EF4-FFF2-40B4-BE49-F238E27FC236}">
                <a16:creationId xmlns:a16="http://schemas.microsoft.com/office/drawing/2014/main" id="{BB07EA65-C349-F04B-BF09-CC2483489C50}"/>
              </a:ext>
            </a:extLst>
          </p:cNvPr>
          <p:cNvSpPr>
            <a:spLocks noGrp="1"/>
          </p:cNvSpPr>
          <p:nvPr>
            <p:ph type="body" sz="quarter" idx="15"/>
          </p:nvPr>
        </p:nvSpPr>
        <p:spPr>
          <a:xfrm>
            <a:off x="8280218" y="4017600"/>
            <a:ext cx="3420000" cy="2304000"/>
          </a:xfrm>
        </p:spPr>
        <p:txBody>
          <a:bodyPr/>
          <a:lstStyle>
            <a:lvl1pPr marL="180975" indent="-169863">
              <a:tabLst/>
              <a:defRPr sz="1800"/>
            </a:lvl1pPr>
          </a:lstStyle>
          <a:p>
            <a:pPr lvl="0"/>
            <a:r>
              <a:rPr lang="en-US"/>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14908585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UCL Table">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8999900" cy="1368000"/>
          </a:xfrm>
        </p:spPr>
        <p:txBody>
          <a:bodyPr/>
          <a:lstStyle/>
          <a:p>
            <a:r>
              <a:rPr lang="en-US" dirty="0"/>
              <a:t>Main headline, Arial 44pt bold</a:t>
            </a:r>
          </a:p>
        </p:txBody>
      </p:sp>
      <p:sp>
        <p:nvSpPr>
          <p:cNvPr id="11" name="Table" descr="Text / Table">
            <a:extLst>
              <a:ext uri="{FF2B5EF4-FFF2-40B4-BE49-F238E27FC236}">
                <a16:creationId xmlns:a16="http://schemas.microsoft.com/office/drawing/2014/main" id="{4DEFD8C9-6C2B-9C49-9F6F-5A35A2B747AF}"/>
              </a:ext>
            </a:extLst>
          </p:cNvPr>
          <p:cNvSpPr>
            <a:spLocks noGrp="1"/>
          </p:cNvSpPr>
          <p:nvPr>
            <p:ph type="tbl" sz="quarter" idx="14" hasCustomPrompt="1"/>
          </p:nvPr>
        </p:nvSpPr>
        <p:spPr>
          <a:xfrm>
            <a:off x="360363" y="2286001"/>
            <a:ext cx="11553825" cy="4073524"/>
          </a:xfrm>
        </p:spPr>
        <p:txBody>
          <a:bodyPr/>
          <a:lstStyle/>
          <a:p>
            <a:r>
              <a:rPr lang="en-GB" dirty="0"/>
              <a:t>Click to add table</a:t>
            </a:r>
            <a:endParaRPr lang="en-US" dirty="0"/>
          </a:p>
        </p:txBody>
      </p:sp>
      <p:sp>
        <p:nvSpPr>
          <p:cNvPr id="8" name="Text">
            <a:extLst>
              <a:ext uri="{FF2B5EF4-FFF2-40B4-BE49-F238E27FC236}">
                <a16:creationId xmlns:a16="http://schemas.microsoft.com/office/drawing/2014/main" id="{D31E44D0-02C4-914B-B5F4-F5B0F5862CBB}"/>
              </a:ext>
            </a:extLst>
          </p:cNvPr>
          <p:cNvSpPr>
            <a:spLocks noGrp="1"/>
          </p:cNvSpPr>
          <p:nvPr>
            <p:ph type="body" sz="quarter" idx="15"/>
          </p:nvPr>
        </p:nvSpPr>
        <p:spPr>
          <a:xfrm>
            <a:off x="9366454" y="2414430"/>
            <a:ext cx="2557322" cy="2623913"/>
          </a:xfrm>
        </p:spPr>
        <p:txBody>
          <a:bodyPr/>
          <a:lstStyle>
            <a:lvl1pPr marL="180975" indent="-169863">
              <a:tabLst/>
              <a:defRPr sz="1800"/>
            </a:lvl1pPr>
          </a:lstStyle>
          <a:p>
            <a:pPr lvl="0"/>
            <a:r>
              <a:rPr lang="en-US"/>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38690635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UCL Table 2">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8999900" cy="1368000"/>
          </a:xfrm>
        </p:spPr>
        <p:txBody>
          <a:bodyPr/>
          <a:lstStyle/>
          <a:p>
            <a:r>
              <a:rPr lang="en-US" dirty="0"/>
              <a:t>Main headline, Arial 44pt bold</a:t>
            </a:r>
          </a:p>
        </p:txBody>
      </p:sp>
      <p:sp>
        <p:nvSpPr>
          <p:cNvPr id="7" name="Table" descr="Text / Table">
            <a:extLst>
              <a:ext uri="{FF2B5EF4-FFF2-40B4-BE49-F238E27FC236}">
                <a16:creationId xmlns:a16="http://schemas.microsoft.com/office/drawing/2014/main" id="{01422A73-1E05-8B44-93EA-70AD3FCEEC9E}"/>
              </a:ext>
            </a:extLst>
          </p:cNvPr>
          <p:cNvSpPr>
            <a:spLocks noGrp="1"/>
          </p:cNvSpPr>
          <p:nvPr>
            <p:ph type="tbl" sz="quarter" idx="14" hasCustomPrompt="1"/>
          </p:nvPr>
        </p:nvSpPr>
        <p:spPr>
          <a:xfrm>
            <a:off x="360363" y="2286001"/>
            <a:ext cx="11553825" cy="4073524"/>
          </a:xfrm>
        </p:spPr>
        <p:txBody>
          <a:bodyPr/>
          <a:lstStyle/>
          <a:p>
            <a:r>
              <a:rPr lang="en-GB" dirty="0"/>
              <a:t>Click to add table</a:t>
            </a:r>
            <a:endParaRPr lang="en-US" dirty="0"/>
          </a:p>
        </p:txBody>
      </p:sp>
      <p:sp>
        <p:nvSpPr>
          <p:cNvPr id="9" name="Text">
            <a:extLst>
              <a:ext uri="{FF2B5EF4-FFF2-40B4-BE49-F238E27FC236}">
                <a16:creationId xmlns:a16="http://schemas.microsoft.com/office/drawing/2014/main" id="{AD015BAE-CDFB-0848-8398-8E01CAEBAAEC}"/>
              </a:ext>
            </a:extLst>
          </p:cNvPr>
          <p:cNvSpPr>
            <a:spLocks noGrp="1"/>
          </p:cNvSpPr>
          <p:nvPr>
            <p:ph type="body" sz="quarter" idx="13"/>
          </p:nvPr>
        </p:nvSpPr>
        <p:spPr>
          <a:xfrm>
            <a:off x="360000" y="3451091"/>
            <a:ext cx="2610000" cy="2894291"/>
          </a:xfrm>
          <a:noFill/>
        </p:spPr>
        <p:txBody>
          <a:bodyPr lIns="0" tIns="0" rIns="0" bIns="0"/>
          <a:lstStyle>
            <a:lvl1pPr>
              <a:defRPr sz="1800"/>
            </a:lvl1pPr>
            <a:lvl2pPr>
              <a:buFontTx/>
              <a:buNone/>
              <a:defRPr/>
            </a:lvl2pPr>
          </a:lstStyle>
          <a:p>
            <a:pPr lvl="0"/>
            <a:r>
              <a:rPr lang="en-US"/>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42247062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UCL Contact 2 column ">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8999900" cy="1368000"/>
          </a:xfrm>
        </p:spPr>
        <p:txBody>
          <a:bodyPr/>
          <a:lstStyle/>
          <a:p>
            <a:r>
              <a:rPr lang="en-GB" dirty="0"/>
              <a:t>Useful links &amp; contact details</a:t>
            </a:r>
            <a:endParaRPr lang="en-US" dirty="0"/>
          </a:p>
        </p:txBody>
      </p:sp>
      <p:sp>
        <p:nvSpPr>
          <p:cNvPr id="21" name="Text" descr="Text">
            <a:extLst>
              <a:ext uri="{FF2B5EF4-FFF2-40B4-BE49-F238E27FC236}">
                <a16:creationId xmlns:a16="http://schemas.microsoft.com/office/drawing/2014/main" id="{82579D70-1A08-DC42-8CE8-ACA8360A7F42}"/>
              </a:ext>
            </a:extLst>
          </p:cNvPr>
          <p:cNvSpPr>
            <a:spLocks noGrp="1"/>
          </p:cNvSpPr>
          <p:nvPr>
            <p:ph type="body" sz="quarter" idx="13"/>
          </p:nvPr>
        </p:nvSpPr>
        <p:spPr>
          <a:xfrm>
            <a:off x="360000" y="2412000"/>
            <a:ext cx="5399088" cy="3600000"/>
          </a:xfrm>
        </p:spPr>
        <p:txBody>
          <a:bodyPr/>
          <a:lstStyle>
            <a:lvl1pPr marL="180975" indent="-169863">
              <a:tabLst/>
              <a:defRPr sz="2400">
                <a:latin typeface="+mn-lt"/>
              </a:defRPr>
            </a:lvl1pPr>
          </a:lstStyle>
          <a:p>
            <a:pPr lvl="0"/>
            <a:r>
              <a:rPr lang="en-US"/>
              <a:t>Edit Master text styles</a:t>
            </a:r>
          </a:p>
        </p:txBody>
      </p:sp>
      <p:sp>
        <p:nvSpPr>
          <p:cNvPr id="22" name="Text" descr="Text">
            <a:extLst>
              <a:ext uri="{FF2B5EF4-FFF2-40B4-BE49-F238E27FC236}">
                <a16:creationId xmlns:a16="http://schemas.microsoft.com/office/drawing/2014/main" id="{82B359B7-CB0C-544C-88EE-891FC732EECE}"/>
              </a:ext>
            </a:extLst>
          </p:cNvPr>
          <p:cNvSpPr>
            <a:spLocks noGrp="1"/>
          </p:cNvSpPr>
          <p:nvPr>
            <p:ph type="body" sz="quarter" idx="14"/>
          </p:nvPr>
        </p:nvSpPr>
        <p:spPr>
          <a:xfrm>
            <a:off x="5940000" y="2412000"/>
            <a:ext cx="5399088" cy="3600000"/>
          </a:xfrm>
        </p:spPr>
        <p:txBody>
          <a:bodyPr/>
          <a:lstStyle>
            <a:lvl1pPr marL="180975" indent="-169863">
              <a:tabLst/>
              <a:defRPr sz="2400">
                <a:latin typeface="+mn-lt"/>
              </a:defRPr>
            </a:lvl1pPr>
          </a:lstStyle>
          <a:p>
            <a:pPr lvl="0"/>
            <a:r>
              <a:rPr lang="en-US" sz="2400">
                <a:latin typeface="Arial" panose="020B0604020202020204" pitchFamily="34" charset="0"/>
                <a:cs typeface="Arial" panose="020B0604020202020204" pitchFamily="34" charset="0"/>
              </a:rPr>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3521331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UCL branding brackground">
            <a:extLst>
              <a:ext uri="{FF2B5EF4-FFF2-40B4-BE49-F238E27FC236}">
                <a16:creationId xmlns:a16="http://schemas.microsoft.com/office/drawing/2014/main" id="{66A102D5-ABE3-9744-AE9F-9AF93B04BE78}"/>
              </a:ext>
              <a:ext uri="{C183D7F6-B498-43B3-948B-1728B52AA6E4}">
                <adec:decorative xmlns:adec="http://schemas.microsoft.com/office/drawing/2017/decorative" val="1"/>
              </a:ext>
            </a:extLst>
          </p:cNvPr>
          <p:cNvSpPr/>
          <p:nvPr/>
        </p:nvSpPr>
        <p:spPr>
          <a:xfrm>
            <a:off x="0" y="0"/>
            <a:ext cx="12192000" cy="66414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UCL Branding"/>
          <p:cNvPicPr>
            <a:picLocks noChangeAspect="1"/>
          </p:cNvPicPr>
          <p:nvPr userDrawn="1"/>
        </p:nvPicPr>
        <p:blipFill>
          <a:blip r:embed="rId20"/>
          <a:srcRect/>
          <a:stretch/>
        </p:blipFill>
        <p:spPr>
          <a:xfrm>
            <a:off x="0" y="0"/>
            <a:ext cx="12192000" cy="550662"/>
          </a:xfrm>
          <a:prstGeom prst="rect">
            <a:avLst/>
          </a:prstGeom>
        </p:spPr>
      </p:pic>
      <p:sp>
        <p:nvSpPr>
          <p:cNvPr id="1026" name="Title Headline" descr="Headline">
            <a:extLst>
              <a:ext uri="{FF2B5EF4-FFF2-40B4-BE49-F238E27FC236}">
                <a16:creationId xmlns:a16="http://schemas.microsoft.com/office/drawing/2014/main" id="{1389B5D6-B2B6-B044-8F75-8C9E18FFF8EF}"/>
              </a:ext>
            </a:extLst>
          </p:cNvPr>
          <p:cNvSpPr>
            <a:spLocks noGrp="1" noChangeArrowheads="1"/>
          </p:cNvSpPr>
          <p:nvPr>
            <p:ph type="title"/>
          </p:nvPr>
        </p:nvSpPr>
        <p:spPr bwMode="auto">
          <a:xfrm>
            <a:off x="360000" y="899999"/>
            <a:ext cx="10800690"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dirty="0"/>
              <a:t>Main headline</a:t>
            </a:r>
            <a:r>
              <a:rPr lang="en-GB" altLang="en-US" dirty="0"/>
              <a:t>, Arial 44pt bold</a:t>
            </a:r>
            <a:endParaRPr lang="en-US" altLang="en-US" dirty="0"/>
          </a:p>
        </p:txBody>
      </p:sp>
      <p:sp>
        <p:nvSpPr>
          <p:cNvPr id="1027" name="Text" descr="Main text">
            <a:extLst>
              <a:ext uri="{FF2B5EF4-FFF2-40B4-BE49-F238E27FC236}">
                <a16:creationId xmlns:a16="http://schemas.microsoft.com/office/drawing/2014/main" id="{840A67E7-10FC-DE4B-8222-DBD366537BA8}"/>
              </a:ext>
            </a:extLst>
          </p:cNvPr>
          <p:cNvSpPr>
            <a:spLocks noGrp="1" noChangeArrowheads="1"/>
          </p:cNvSpPr>
          <p:nvPr>
            <p:ph type="body" idx="1"/>
          </p:nvPr>
        </p:nvSpPr>
        <p:spPr bwMode="auto">
          <a:xfrm>
            <a:off x="360000" y="2376000"/>
            <a:ext cx="10800690" cy="37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4"/>
            <a:endParaRPr lang="en-US" dirty="0"/>
          </a:p>
        </p:txBody>
      </p:sp>
      <p:sp>
        <p:nvSpPr>
          <p:cNvPr id="4" name="Date " descr="Date">
            <a:extLst>
              <a:ext uri="{FF2B5EF4-FFF2-40B4-BE49-F238E27FC236}">
                <a16:creationId xmlns:a16="http://schemas.microsoft.com/office/drawing/2014/main" id="{BC7573E6-5C96-F54E-8C6A-D81E27BE4948}"/>
              </a:ext>
            </a:extLst>
          </p:cNvPr>
          <p:cNvSpPr>
            <a:spLocks noGrp="1"/>
          </p:cNvSpPr>
          <p:nvPr>
            <p:ph type="dt" sz="half" idx="2"/>
          </p:nvPr>
        </p:nvSpPr>
        <p:spPr>
          <a:xfrm>
            <a:off x="362211" y="6480000"/>
            <a:ext cx="2743200" cy="360000"/>
          </a:xfrm>
          <a:prstGeom prst="rect">
            <a:avLst/>
          </a:prstGeom>
        </p:spPr>
        <p:txBody>
          <a:bodyPr vert="horz" lIns="0" tIns="0" rIns="0" bIns="0" rtlCol="0" anchor="t" anchorCtr="0"/>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C6478F44-CA4B-8F47-8400-2C19AC9A20AB}" type="datetimeFigureOut">
              <a:rPr lang="en-US" smtClean="0"/>
              <a:pPr>
                <a:defRPr/>
              </a:pPr>
              <a:t>3/15/26</a:t>
            </a:fld>
            <a:endParaRPr lang="en-US" dirty="0"/>
          </a:p>
        </p:txBody>
      </p:sp>
      <p:sp>
        <p:nvSpPr>
          <p:cNvPr id="5" name="Footer " descr="Footer title">
            <a:extLst>
              <a:ext uri="{FF2B5EF4-FFF2-40B4-BE49-F238E27FC236}">
                <a16:creationId xmlns:a16="http://schemas.microsoft.com/office/drawing/2014/main" id="{1B01C4CC-C66F-714D-B313-340C31FA703F}"/>
              </a:ext>
            </a:extLst>
          </p:cNvPr>
          <p:cNvSpPr>
            <a:spLocks noGrp="1"/>
          </p:cNvSpPr>
          <p:nvPr>
            <p:ph type="ftr" sz="quarter" idx="3"/>
          </p:nvPr>
        </p:nvSpPr>
        <p:spPr>
          <a:xfrm>
            <a:off x="4320000" y="6480000"/>
            <a:ext cx="6480000" cy="360000"/>
          </a:xfrm>
          <a:prstGeom prst="rect">
            <a:avLst/>
          </a:prstGeom>
        </p:spPr>
        <p:txBody>
          <a:bodyPr vert="horz" lIns="0" tIns="0" rIns="0" bIns="0" rtlCol="0" anchor="t" anchorCtr="0"/>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descr="Page number">
            <a:extLst>
              <a:ext uri="{FF2B5EF4-FFF2-40B4-BE49-F238E27FC236}">
                <a16:creationId xmlns:a16="http://schemas.microsoft.com/office/drawing/2014/main" id="{D2C68658-D4C2-394E-8334-67AC9BE3F122}"/>
              </a:ext>
            </a:extLst>
          </p:cNvPr>
          <p:cNvSpPr>
            <a:spLocks noGrp="1"/>
          </p:cNvSpPr>
          <p:nvPr>
            <p:ph type="sldNum" sz="quarter" idx="4"/>
          </p:nvPr>
        </p:nvSpPr>
        <p:spPr>
          <a:xfrm>
            <a:off x="11123111" y="6480000"/>
            <a:ext cx="769307" cy="269918"/>
          </a:xfrm>
          <a:prstGeom prst="rect">
            <a:avLst/>
          </a:prstGeom>
        </p:spPr>
        <p:txBody>
          <a:bodyPr vert="horz" lIns="0" tIns="0" rIns="0" bIns="0" rtlCol="0" anchor="t" anchorCtr="0"/>
          <a:lstStyle>
            <a:lvl1pPr algn="r" eaLnBrk="1" fontAlgn="auto" hangingPunct="1">
              <a:spcBef>
                <a:spcPts val="0"/>
              </a:spcBef>
              <a:spcAft>
                <a:spcPts val="0"/>
              </a:spcAft>
              <a:defRPr sz="1200" smtClean="0">
                <a:solidFill>
                  <a:schemeClr val="tx1">
                    <a:tint val="75000"/>
                  </a:schemeClr>
                </a:solidFill>
                <a:latin typeface="+mn-lt"/>
              </a:defRPr>
            </a:lvl1p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10021098"/>
      </p:ext>
    </p:extLst>
  </p:cSld>
  <p:clrMap bg1="lt1" tx1="dk1" bg2="lt2" tx2="dk2" accent1="accent1" accent2="accent2" accent3="accent3" accent4="accent4" accent5="accent5" accent6="accent6" hlink="hlink" folHlink="folHlink"/>
  <p:sldLayoutIdLst>
    <p:sldLayoutId id="2147483720" r:id="rId1"/>
    <p:sldLayoutId id="2147483722" r:id="rId2"/>
    <p:sldLayoutId id="2147483723"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Lst>
  <p:txStyles>
    <p:titleStyle>
      <a:lvl1pPr algn="l" rtl="0" eaLnBrk="1" fontAlgn="base" hangingPunct="1">
        <a:lnSpc>
          <a:spcPct val="90000"/>
        </a:lnSpc>
        <a:spcBef>
          <a:spcPct val="0"/>
        </a:spcBef>
        <a:spcAft>
          <a:spcPct val="0"/>
        </a:spcAft>
        <a:defRPr sz="4400" b="1" i="0" kern="1200" baseline="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defRPr>
      </a:lvl9pPr>
    </p:titleStyle>
    <p:bodyStyle>
      <a:lvl1pPr marL="222250" marR="0" indent="-211138" algn="l" defTabSz="914400" rtl="0" eaLnBrk="1" fontAlgn="base" latinLnBrk="0" hangingPunct="1">
        <a:lnSpc>
          <a:spcPct val="100000"/>
        </a:lnSpc>
        <a:spcBef>
          <a:spcPts val="1000"/>
        </a:spcBef>
        <a:spcAft>
          <a:spcPct val="0"/>
        </a:spcAft>
        <a:buClrTx/>
        <a:buSzPct val="80000"/>
        <a:buFont typeface="Arial" panose="020B0604020202020204" pitchFamily="34" charset="0"/>
        <a:buChar char="•"/>
        <a:tabLst/>
        <a:defRPr sz="3600" kern="1200" baseline="0">
          <a:solidFill>
            <a:schemeClr val="tx1"/>
          </a:solidFill>
          <a:latin typeface="+mn-lt"/>
          <a:ea typeface="+mn-ea"/>
          <a:cs typeface="+mn-cs"/>
        </a:defRPr>
      </a:lvl1pPr>
      <a:lvl2pPr marL="222250" indent="-211138" algn="l" rtl="0" eaLnBrk="1" fontAlgn="base" hangingPunct="1">
        <a:lnSpc>
          <a:spcPct val="100000"/>
        </a:lnSpc>
        <a:spcBef>
          <a:spcPts val="0"/>
        </a:spcBef>
        <a:spcAft>
          <a:spcPct val="0"/>
        </a:spcAft>
        <a:buSzPct val="80000"/>
        <a:buFont typeface="Arial" panose="020B0604020202020204" pitchFamily="34" charset="0"/>
        <a:buChar char="•"/>
        <a:tabLst/>
        <a:defRPr sz="2400" kern="1200">
          <a:solidFill>
            <a:schemeClr val="tx1"/>
          </a:solidFill>
          <a:latin typeface="+mn-lt"/>
          <a:ea typeface="+mn-ea"/>
          <a:cs typeface="+mn-cs"/>
        </a:defRPr>
      </a:lvl2pPr>
      <a:lvl3pPr marL="222250" indent="-211138" algn="l" rtl="0" eaLnBrk="1" fontAlgn="base" hangingPunct="1">
        <a:lnSpc>
          <a:spcPct val="100000"/>
        </a:lnSpc>
        <a:spcBef>
          <a:spcPts val="500"/>
        </a:spcBef>
        <a:spcAft>
          <a:spcPct val="0"/>
        </a:spcAft>
        <a:buSzPct val="80000"/>
        <a:buFont typeface="Arial" panose="020B0604020202020204" pitchFamily="34" charset="0"/>
        <a:buChar char="•"/>
        <a:tabLst/>
        <a:defRPr sz="1800" kern="1200" baseline="0">
          <a:solidFill>
            <a:schemeClr val="tx1"/>
          </a:solidFill>
          <a:latin typeface="+mn-lt"/>
          <a:ea typeface="+mn-ea"/>
          <a:cs typeface="+mn-cs"/>
        </a:defRPr>
      </a:lvl3pPr>
      <a:lvl4pPr marL="11112" marR="0" indent="0" algn="l" defTabSz="914400" rtl="0" eaLnBrk="1" fontAlgn="base" latinLnBrk="0" hangingPunct="1">
        <a:lnSpc>
          <a:spcPct val="100000"/>
        </a:lnSpc>
        <a:spcBef>
          <a:spcPts val="500"/>
        </a:spcBef>
        <a:spcAft>
          <a:spcPct val="0"/>
        </a:spcAft>
        <a:buClrTx/>
        <a:buSzPct val="80000"/>
        <a:buFont typeface="Arial" panose="020B0604020202020204" pitchFamily="34" charset="0"/>
        <a:buNone/>
        <a:tabLst/>
        <a:defRPr kern="1200">
          <a:solidFill>
            <a:schemeClr val="tx1"/>
          </a:solidFill>
          <a:latin typeface="+mn-lt"/>
          <a:ea typeface="+mn-ea"/>
          <a:cs typeface="+mn-cs"/>
        </a:defRPr>
      </a:lvl4pPr>
      <a:lvl5pPr marL="180975" marR="0" indent="-180975" algn="l" defTabSz="914400" rtl="0" eaLnBrk="1" fontAlgn="base" latinLnBrk="0" hangingPunct="1">
        <a:lnSpc>
          <a:spcPct val="100000"/>
        </a:lnSpc>
        <a:spcBef>
          <a:spcPts val="500"/>
        </a:spcBef>
        <a:spcAft>
          <a:spcPct val="0"/>
        </a:spcAft>
        <a:buClrTx/>
        <a:buSzPct val="80000"/>
        <a:buFont typeface="Arial" panose="020B0604020202020204" pitchFamily="34" charset="0"/>
        <a:buChar char="•"/>
        <a:tabLst/>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000" b="1" dirty="0"/>
              <a:t>S&amp;P 500 Regime Detection</a:t>
            </a:r>
          </a:p>
        </p:txBody>
      </p:sp>
      <p:sp>
        <p:nvSpPr>
          <p:cNvPr id="3" name="Text Placeholder 2"/>
          <p:cNvSpPr>
            <a:spLocks noGrp="1"/>
          </p:cNvSpPr>
          <p:nvPr>
            <p:ph type="body" sz="quarter" idx="11"/>
          </p:nvPr>
        </p:nvSpPr>
        <p:spPr/>
        <p:txBody>
          <a:bodyPr/>
          <a:lstStyle/>
          <a:p>
            <a:pPr algn="l"/>
            <a:r>
              <a:rPr sz="2400" b="0">
                <a:solidFill>
                  <a:srgbClr val="333333"/>
                </a:solidFill>
              </a:rPr>
              <a:t>Are Fed Rate Hikes the Main Trigger
for Bull-to-Bear Regime Switches?</a:t>
            </a:r>
          </a:p>
        </p:txBody>
      </p:sp>
      <p:sp>
        <p:nvSpPr>
          <p:cNvPr id="4" name="Text Placeholder 3"/>
          <p:cNvSpPr>
            <a:spLocks noGrp="1"/>
          </p:cNvSpPr>
          <p:nvPr>
            <p:ph type="body" sz="quarter" idx="10"/>
          </p:nvPr>
        </p:nvSpPr>
        <p:spPr/>
        <p:txBody>
          <a:bodyPr/>
          <a:lstStyle/>
          <a:p>
            <a:pPr algn="l"/>
            <a:r>
              <a:rPr sz="1600" b="0" dirty="0">
                <a:solidFill>
                  <a:schemeClr val="bg1"/>
                </a:solidFill>
              </a:rPr>
              <a:t>COMP0047 — Group 4  |  UCL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200" b="1">
                <a:solidFill>
                  <a:srgbClr val="333333"/>
                </a:solidFill>
              </a:rPr>
              <a:t>Research Question</a:t>
            </a:r>
          </a:p>
        </p:txBody>
      </p:sp>
      <p:sp>
        <p:nvSpPr>
          <p:cNvPr id="3" name="Text Placeholder 2"/>
          <p:cNvSpPr>
            <a:spLocks noGrp="1"/>
          </p:cNvSpPr>
          <p:nvPr>
            <p:ph type="body" sz="quarter" idx="13"/>
          </p:nvPr>
        </p:nvSpPr>
        <p:spPr/>
        <p:txBody>
          <a:bodyPr/>
          <a:lstStyle/>
          <a:p>
            <a:pPr>
              <a:spcBef>
                <a:spcPts val="200"/>
              </a:spcBef>
              <a:spcAft>
                <a:spcPts val="800"/>
              </a:spcAft>
            </a:pPr>
            <a:r>
              <a:rPr sz="2200">
                <a:solidFill>
                  <a:srgbClr val="333333"/>
                </a:solidFill>
              </a:rPr>
              <a:t>"Are Federal Reserve interest rate hikes the</a:t>
            </a:r>
          </a:p>
          <a:p>
            <a:pPr>
              <a:spcBef>
                <a:spcPts val="200"/>
              </a:spcBef>
              <a:spcAft>
                <a:spcPts val="800"/>
              </a:spcAft>
            </a:pPr>
            <a:r>
              <a:rPr sz="2200">
                <a:solidFill>
                  <a:srgbClr val="333333"/>
                </a:solidFill>
              </a:rPr>
              <a:t>main trigger for S&amp;P 500 Bull → Bear switches?"</a:t>
            </a:r>
          </a:p>
          <a:p>
            <a:pPr>
              <a:spcBef>
                <a:spcPts val="200"/>
              </a:spcBef>
              <a:spcAft>
                <a:spcPts val="800"/>
              </a:spcAft>
            </a:pPr>
            <a:endParaRPr sz="2200">
              <a:solidFill>
                <a:srgbClr val="333333"/>
              </a:solidFill>
            </a:endParaRPr>
          </a:p>
          <a:p>
            <a:pPr>
              <a:spcBef>
                <a:spcPts val="200"/>
              </a:spcBef>
              <a:spcAft>
                <a:spcPts val="800"/>
              </a:spcAft>
            </a:pPr>
            <a:r>
              <a:rPr sz="2200">
                <a:solidFill>
                  <a:srgbClr val="333333"/>
                </a:solidFill>
              </a:rPr>
              <a:t>Bull regime: market ≥ 20% above recent trough</a:t>
            </a:r>
          </a:p>
          <a:p>
            <a:pPr>
              <a:spcBef>
                <a:spcPts val="200"/>
              </a:spcBef>
              <a:spcAft>
                <a:spcPts val="800"/>
              </a:spcAft>
            </a:pPr>
            <a:r>
              <a:rPr sz="2200">
                <a:solidFill>
                  <a:srgbClr val="333333"/>
                </a:solidFill>
              </a:rPr>
              <a:t>Bear regime: market ≥ 20% below recent peak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200" b="1">
                <a:solidFill>
                  <a:srgbClr val="333333"/>
                </a:solidFill>
              </a:rPr>
              <a:t>Data: 12 Features × 312 Months</a:t>
            </a:r>
          </a:p>
        </p:txBody>
      </p:sp>
      <p:sp>
        <p:nvSpPr>
          <p:cNvPr id="3" name="Text Placeholder 2"/>
          <p:cNvSpPr>
            <a:spLocks noGrp="1"/>
          </p:cNvSpPr>
          <p:nvPr>
            <p:ph type="body" sz="quarter" idx="13"/>
          </p:nvPr>
        </p:nvSpPr>
        <p:spPr/>
        <p:txBody>
          <a:bodyPr/>
          <a:lstStyle/>
          <a:p>
            <a:pPr>
              <a:spcBef>
                <a:spcPts val="200"/>
              </a:spcBef>
              <a:spcAft>
                <a:spcPts val="800"/>
              </a:spcAft>
            </a:pPr>
            <a:r>
              <a:rPr sz="2200">
                <a:solidFill>
                  <a:srgbClr val="333333"/>
                </a:solidFill>
              </a:rPr>
              <a:t>Technical:  RSI, ROC, MACD, MACDH, Volume, VIX</a:t>
            </a:r>
          </a:p>
          <a:p>
            <a:pPr>
              <a:spcBef>
                <a:spcPts val="200"/>
              </a:spcBef>
              <a:spcAft>
                <a:spcPts val="800"/>
              </a:spcAft>
            </a:pPr>
            <a:r>
              <a:rPr sz="2200">
                <a:solidFill>
                  <a:srgbClr val="333333"/>
                </a:solidFill>
              </a:rPr>
              <a:t>Macro:       Real GDP, Unemployment, Inflation</a:t>
            </a:r>
          </a:p>
          <a:p>
            <a:pPr>
              <a:spcBef>
                <a:spcPts val="200"/>
              </a:spcBef>
              <a:spcAft>
                <a:spcPts val="800"/>
              </a:spcAft>
            </a:pPr>
            <a:r>
              <a:rPr sz="2200">
                <a:solidFill>
                  <a:srgbClr val="333333"/>
                </a:solidFill>
              </a:rPr>
              <a:t>Fed:            Fed Funds Rate, 10Y-2Y Spread</a:t>
            </a:r>
          </a:p>
          <a:p>
            <a:pPr>
              <a:spcBef>
                <a:spcPts val="200"/>
              </a:spcBef>
              <a:spcAft>
                <a:spcPts val="800"/>
              </a:spcAft>
            </a:pPr>
            <a:r>
              <a:rPr sz="2200">
                <a:solidFill>
                  <a:srgbClr val="333333"/>
                </a:solidFill>
              </a:rPr>
              <a:t>Sources:    Yahoo Finance  •  FRED API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800" b="1">
                <a:solidFill>
                  <a:srgbClr val="333333"/>
                </a:solidFill>
              </a:rPr>
              <a:t>Correlation Heatmap</a:t>
            </a:r>
          </a:p>
        </p:txBody>
      </p:sp>
      <p:sp>
        <p:nvSpPr>
          <p:cNvPr id="3" name="Text Placeholder 2"/>
          <p:cNvSpPr>
            <a:spLocks noGrp="1"/>
          </p:cNvSpPr>
          <p:nvPr>
            <p:ph type="body" sz="quarter" idx="13"/>
          </p:nvPr>
        </p:nvSpPr>
        <p:spPr>
          <a:xfrm>
            <a:off x="360000" y="2412000"/>
            <a:ext cx="5479387" cy="3600000"/>
          </a:xfrm>
        </p:spPr>
        <p:txBody>
          <a:bodyPr/>
          <a:lstStyle/>
          <a:p>
            <a:pPr algn="l"/>
            <a:r>
              <a:rPr sz="1800" b="1" dirty="0">
                <a:solidFill>
                  <a:srgbClr val="333333"/>
                </a:solidFill>
              </a:rPr>
              <a:t>Technical indicators cluster together — Fed &amp; macro variables sit apart</a:t>
            </a:r>
          </a:p>
        </p:txBody>
      </p:sp>
      <p:pic>
        <p:nvPicPr>
          <p:cNvPr id="4" name="Picture 3" descr="cell_15_fig_0.png"/>
          <p:cNvPicPr>
            <a:picLocks noChangeAspect="1"/>
          </p:cNvPicPr>
          <p:nvPr/>
        </p:nvPicPr>
        <p:blipFill>
          <a:blip r:embed="rId3"/>
          <a:stretch>
            <a:fillRect/>
          </a:stretch>
        </p:blipFill>
        <p:spPr>
          <a:xfrm>
            <a:off x="5633423" y="899998"/>
            <a:ext cx="6315422" cy="574129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200" b="1">
                <a:solidFill>
                  <a:srgbClr val="333333"/>
                </a:solidFill>
              </a:rPr>
              <a:t>Three Classification Models</a:t>
            </a:r>
          </a:p>
        </p:txBody>
      </p:sp>
      <p:sp>
        <p:nvSpPr>
          <p:cNvPr id="3" name="Text Placeholder 2"/>
          <p:cNvSpPr>
            <a:spLocks noGrp="1"/>
          </p:cNvSpPr>
          <p:nvPr>
            <p:ph type="body" sz="quarter" idx="13"/>
          </p:nvPr>
        </p:nvSpPr>
        <p:spPr/>
        <p:txBody>
          <a:bodyPr/>
          <a:lstStyle/>
          <a:p>
            <a:pPr>
              <a:spcBef>
                <a:spcPts val="200"/>
              </a:spcBef>
              <a:spcAft>
                <a:spcPts val="800"/>
              </a:spcAft>
            </a:pPr>
            <a:r>
              <a:rPr sz="2200">
                <a:solidFill>
                  <a:srgbClr val="333333"/>
                </a:solidFill>
              </a:rPr>
              <a:t>Logistic Regression — 90.5% accuracy</a:t>
            </a:r>
          </a:p>
          <a:p>
            <a:pPr>
              <a:spcBef>
                <a:spcPts val="200"/>
              </a:spcBef>
              <a:spcAft>
                <a:spcPts val="800"/>
              </a:spcAft>
            </a:pPr>
            <a:r>
              <a:rPr sz="2200">
                <a:solidFill>
                  <a:srgbClr val="333333"/>
                </a:solidFill>
              </a:rPr>
              <a:t>Random Forest — 81.0% (balanced class weights)</a:t>
            </a:r>
          </a:p>
          <a:p>
            <a:pPr>
              <a:spcBef>
                <a:spcPts val="200"/>
              </a:spcBef>
              <a:spcAft>
                <a:spcPts val="800"/>
              </a:spcAft>
            </a:pPr>
            <a:r>
              <a:rPr sz="2200">
                <a:solidFill>
                  <a:srgbClr val="333333"/>
                </a:solidFill>
              </a:rPr>
              <a:t>Gradient Boosting — 81.0%</a:t>
            </a:r>
          </a:p>
          <a:p>
            <a:pPr>
              <a:spcBef>
                <a:spcPts val="200"/>
              </a:spcBef>
              <a:spcAft>
                <a:spcPts val="800"/>
              </a:spcAft>
            </a:pPr>
            <a:r>
              <a:rPr sz="2200">
                <a:solidFill>
                  <a:srgbClr val="333333"/>
                </a:solidFill>
              </a:rPr>
              <a:t>80/20 chronological train/test split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800" b="1">
                <a:solidFill>
                  <a:srgbClr val="333333"/>
                </a:solidFill>
              </a:rPr>
              <a:t>Random Forest: Feature Importance</a:t>
            </a:r>
          </a:p>
        </p:txBody>
      </p:sp>
      <p:sp>
        <p:nvSpPr>
          <p:cNvPr id="3" name="Text Placeholder 2"/>
          <p:cNvSpPr>
            <a:spLocks noGrp="1"/>
          </p:cNvSpPr>
          <p:nvPr>
            <p:ph type="body" sz="quarter" idx="13"/>
          </p:nvPr>
        </p:nvSpPr>
        <p:spPr>
          <a:xfrm>
            <a:off x="360000" y="2412000"/>
            <a:ext cx="4806460" cy="3600000"/>
          </a:xfrm>
        </p:spPr>
        <p:txBody>
          <a:bodyPr/>
          <a:lstStyle/>
          <a:p>
            <a:pPr algn="l"/>
            <a:r>
              <a:rPr sz="1800" b="1" dirty="0">
                <a:solidFill>
                  <a:srgbClr val="333333"/>
                </a:solidFill>
              </a:rPr>
              <a:t>Top 3: RSI, ROC, MACDH (momentum).  Fed Rate: #11 out of 12.</a:t>
            </a:r>
          </a:p>
        </p:txBody>
      </p:sp>
      <p:pic>
        <p:nvPicPr>
          <p:cNvPr id="4" name="Picture 3" descr="rf_feature_importance.png"/>
          <p:cNvPicPr>
            <a:picLocks noChangeAspect="1"/>
          </p:cNvPicPr>
          <p:nvPr/>
        </p:nvPicPr>
        <p:blipFill>
          <a:blip r:embed="rId3"/>
          <a:stretch>
            <a:fillRect/>
          </a:stretch>
        </p:blipFill>
        <p:spPr>
          <a:xfrm>
            <a:off x="5166460" y="1257120"/>
            <a:ext cx="6842388" cy="47548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200" b="1">
                <a:solidFill>
                  <a:srgbClr val="333333"/>
                </a:solidFill>
              </a:rPr>
              <a:t>Where Does the Fed Rate Rank?</a:t>
            </a:r>
          </a:p>
        </p:txBody>
      </p:sp>
      <p:sp>
        <p:nvSpPr>
          <p:cNvPr id="3" name="Text Placeholder 2"/>
          <p:cNvSpPr>
            <a:spLocks noGrp="1"/>
          </p:cNvSpPr>
          <p:nvPr>
            <p:ph type="body" sz="quarter" idx="13"/>
          </p:nvPr>
        </p:nvSpPr>
        <p:spPr/>
        <p:txBody>
          <a:bodyPr/>
          <a:lstStyle/>
          <a:p>
            <a:pPr>
              <a:spcBef>
                <a:spcPts val="200"/>
              </a:spcBef>
              <a:spcAft>
                <a:spcPts val="800"/>
              </a:spcAft>
            </a:pPr>
            <a:r>
              <a:rPr sz="2400">
                <a:solidFill>
                  <a:srgbClr val="333333"/>
                </a:solidFill>
              </a:rPr>
              <a:t>Logistic Regression:     #2 / 12</a:t>
            </a:r>
          </a:p>
          <a:p>
            <a:pPr>
              <a:spcBef>
                <a:spcPts val="200"/>
              </a:spcBef>
              <a:spcAft>
                <a:spcPts val="800"/>
              </a:spcAft>
            </a:pPr>
            <a:r>
              <a:rPr sz="2400">
                <a:solidFill>
                  <a:srgbClr val="333333"/>
                </a:solidFill>
              </a:rPr>
              <a:t>Random Forest:              #11 / 12</a:t>
            </a:r>
          </a:p>
          <a:p>
            <a:pPr>
              <a:spcBef>
                <a:spcPts val="200"/>
              </a:spcBef>
              <a:spcAft>
                <a:spcPts val="800"/>
              </a:spcAft>
            </a:pPr>
            <a:r>
              <a:rPr sz="2400">
                <a:solidFill>
                  <a:srgbClr val="333333"/>
                </a:solidFill>
              </a:rPr>
              <a:t>Gradient Boosting:         #10 / 12</a:t>
            </a:r>
          </a:p>
          <a:p>
            <a:pPr>
              <a:spcBef>
                <a:spcPts val="200"/>
              </a:spcBef>
              <a:spcAft>
                <a:spcPts val="800"/>
              </a:spcAft>
            </a:pPr>
            <a:r>
              <a:rPr sz="2400">
                <a:solidFill>
                  <a:srgbClr val="333333"/>
                </a:solidFill>
              </a:rPr>
              <a:t>Cross-model average:     #7.7 /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800" b="1">
                <a:solidFill>
                  <a:srgbClr val="333333"/>
                </a:solidFill>
              </a:rPr>
              <a:t>Digging Deeper: Lags &amp; Deltas</a:t>
            </a:r>
          </a:p>
        </p:txBody>
      </p:sp>
      <p:sp>
        <p:nvSpPr>
          <p:cNvPr id="3" name="Text Placeholder 2"/>
          <p:cNvSpPr>
            <a:spLocks noGrp="1"/>
          </p:cNvSpPr>
          <p:nvPr>
            <p:ph type="body" sz="quarter" idx="13"/>
          </p:nvPr>
        </p:nvSpPr>
        <p:spPr/>
        <p:txBody>
          <a:bodyPr/>
          <a:lstStyle/>
          <a:p>
            <a:pPr>
              <a:spcBef>
                <a:spcPts val="200"/>
              </a:spcBef>
              <a:spcAft>
                <a:spcPts val="800"/>
              </a:spcAft>
            </a:pPr>
            <a:r>
              <a:rPr sz="1600">
                <a:solidFill>
                  <a:srgbClr val="333333"/>
                </a:solidFill>
              </a:rPr>
              <a:t>Markets price in Fed moves early</a:t>
            </a:r>
          </a:p>
          <a:p>
            <a:pPr>
              <a:spcBef>
                <a:spcPts val="200"/>
              </a:spcBef>
              <a:spcAft>
                <a:spcPts val="800"/>
              </a:spcAft>
            </a:pPr>
            <a:r>
              <a:rPr sz="1600">
                <a:solidFill>
                  <a:srgbClr val="333333"/>
                </a:solidFill>
              </a:rPr>
              <a:t>→ Raw rate is stale by announcement</a:t>
            </a:r>
          </a:p>
          <a:p>
            <a:pPr>
              <a:spcBef>
                <a:spcPts val="200"/>
              </a:spcBef>
              <a:spcAft>
                <a:spcPts val="800"/>
              </a:spcAft>
            </a:pPr>
            <a:endParaRPr sz="1600">
              <a:solidFill>
                <a:srgbClr val="333333"/>
              </a:solidFill>
            </a:endParaRPr>
          </a:p>
          <a:p>
            <a:pPr>
              <a:spcBef>
                <a:spcPts val="200"/>
              </a:spcBef>
              <a:spcAft>
                <a:spcPts val="800"/>
              </a:spcAft>
            </a:pPr>
            <a:r>
              <a:rPr sz="1600">
                <a:solidFill>
                  <a:srgbClr val="333333"/>
                </a:solidFill>
              </a:rPr>
              <a:t>Engineered: 3M/6M lags + deltas</a:t>
            </a:r>
          </a:p>
          <a:p>
            <a:pPr>
              <a:spcBef>
                <a:spcPts val="200"/>
              </a:spcBef>
              <a:spcAft>
                <a:spcPts val="800"/>
              </a:spcAft>
            </a:pPr>
            <a:r>
              <a:rPr sz="1600">
                <a:solidFill>
                  <a:srgbClr val="333333"/>
                </a:solidFill>
              </a:rPr>
              <a:t>L1 pruning: 23 → 11 features</a:t>
            </a:r>
          </a:p>
          <a:p>
            <a:pPr>
              <a:spcBef>
                <a:spcPts val="200"/>
              </a:spcBef>
              <a:spcAft>
                <a:spcPts val="800"/>
              </a:spcAft>
            </a:pPr>
            <a:endParaRPr sz="1600">
              <a:solidFill>
                <a:srgbClr val="333333"/>
              </a:solidFill>
            </a:endParaRPr>
          </a:p>
          <a:p>
            <a:pPr>
              <a:spcBef>
                <a:spcPts val="200"/>
              </a:spcBef>
              <a:spcAft>
                <a:spcPts val="800"/>
              </a:spcAft>
            </a:pPr>
            <a:r>
              <a:rPr sz="1600">
                <a:solidFill>
                  <a:srgbClr val="333333"/>
                </a:solidFill>
              </a:rPr>
              <a:t>Fed 6M Delta: RF #3, LR #5</a:t>
            </a:r>
          </a:p>
          <a:p>
            <a:pPr>
              <a:spcBef>
                <a:spcPts val="200"/>
              </a:spcBef>
              <a:spcAft>
                <a:spcPts val="800"/>
              </a:spcAft>
            </a:pPr>
            <a:r>
              <a:rPr sz="1600">
                <a:solidFill>
                  <a:srgbClr val="333333"/>
                </a:solidFill>
              </a:rPr>
              <a:t>Fed 3M Lag: GB #3</a:t>
            </a:r>
          </a:p>
        </p:txBody>
      </p:sp>
      <p:pic>
        <p:nvPicPr>
          <p:cNvPr id="5" name="Picture 4" descr="cell_50_fig_0.png"/>
          <p:cNvPicPr>
            <a:picLocks noChangeAspect="1"/>
          </p:cNvPicPr>
          <p:nvPr/>
        </p:nvPicPr>
        <p:blipFill>
          <a:blip r:embed="rId3"/>
          <a:stretch>
            <a:fillRect/>
          </a:stretch>
        </p:blipFill>
        <p:spPr>
          <a:xfrm>
            <a:off x="4216727" y="1917221"/>
            <a:ext cx="7975273" cy="39332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600" b="1">
                <a:solidFill>
                  <a:srgbClr val="333333"/>
                </a:solidFill>
              </a:rPr>
              <a:t>Granger Causality: Does the Fed Predict Regimes?</a:t>
            </a:r>
          </a:p>
        </p:txBody>
      </p:sp>
      <p:sp>
        <p:nvSpPr>
          <p:cNvPr id="3" name="Text Placeholder 2"/>
          <p:cNvSpPr>
            <a:spLocks noGrp="1"/>
          </p:cNvSpPr>
          <p:nvPr>
            <p:ph type="body" sz="quarter" idx="13"/>
          </p:nvPr>
        </p:nvSpPr>
        <p:spPr>
          <a:xfrm>
            <a:off x="1870301" y="5958001"/>
            <a:ext cx="8609339" cy="3217430"/>
          </a:xfrm>
        </p:spPr>
        <p:txBody>
          <a:bodyPr/>
          <a:lstStyle/>
          <a:p>
            <a:pPr algn="l"/>
            <a:r>
              <a:rPr lang="en-SG" sz="1800" b="1" dirty="0">
                <a:solidFill>
                  <a:srgbClr val="333333"/>
                </a:solidFill>
              </a:rPr>
              <a:t>After controlling for market signals → Fed adds ≤ 2.5% explained variance</a:t>
            </a:r>
          </a:p>
        </p:txBody>
      </p:sp>
      <p:pic>
        <p:nvPicPr>
          <p:cNvPr id="4" name="Picture 3" descr="2_conditional_granger.png"/>
          <p:cNvPicPr>
            <a:picLocks noChangeAspect="1"/>
          </p:cNvPicPr>
          <p:nvPr/>
        </p:nvPicPr>
        <p:blipFill>
          <a:blip r:embed="rId3"/>
          <a:stretch>
            <a:fillRect/>
          </a:stretch>
        </p:blipFill>
        <p:spPr>
          <a:xfrm>
            <a:off x="360000" y="1570831"/>
            <a:ext cx="11588845" cy="371633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600" b="1">
                <a:solidFill>
                  <a:srgbClr val="333333"/>
                </a:solidFill>
              </a:rPr>
              <a:t>Event Study: What Happens After Rate Hike Starts?</a:t>
            </a:r>
          </a:p>
        </p:txBody>
      </p:sp>
      <p:sp>
        <p:nvSpPr>
          <p:cNvPr id="3" name="Text Placeholder 2"/>
          <p:cNvSpPr>
            <a:spLocks noGrp="1"/>
          </p:cNvSpPr>
          <p:nvPr>
            <p:ph type="body" sz="quarter" idx="13"/>
          </p:nvPr>
        </p:nvSpPr>
        <p:spPr>
          <a:xfrm>
            <a:off x="360000" y="1805825"/>
            <a:ext cx="2794166" cy="3600000"/>
          </a:xfrm>
        </p:spPr>
        <p:txBody>
          <a:bodyPr/>
          <a:lstStyle/>
          <a:p>
            <a:pPr algn="l"/>
            <a:r>
              <a:rPr sz="1800" b="1" dirty="0">
                <a:solidFill>
                  <a:srgbClr val="333333"/>
                </a:solidFill>
              </a:rPr>
              <a:t>Bear frequency falls after hikes: 23.6% → 18.5% → 11.2%.  S&amp;P 500 keeps rising.</a:t>
            </a:r>
          </a:p>
        </p:txBody>
      </p:sp>
      <p:pic>
        <p:nvPicPr>
          <p:cNvPr id="4" name="Picture 3" descr="1_event_study.png"/>
          <p:cNvPicPr>
            <a:picLocks noChangeAspect="1"/>
          </p:cNvPicPr>
          <p:nvPr/>
        </p:nvPicPr>
        <p:blipFill>
          <a:blip r:embed="rId3"/>
          <a:stretch>
            <a:fillRect/>
          </a:stretch>
        </p:blipFill>
        <p:spPr>
          <a:xfrm>
            <a:off x="3313607" y="1226297"/>
            <a:ext cx="8518393" cy="55220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800" b="1">
                <a:solidFill>
                  <a:srgbClr val="333333"/>
                </a:solidFill>
              </a:rPr>
              <a:t>Network Analysis: Who Connects to Regime?</a:t>
            </a:r>
          </a:p>
        </p:txBody>
      </p:sp>
      <p:sp>
        <p:nvSpPr>
          <p:cNvPr id="3" name="Text Placeholder 2"/>
          <p:cNvSpPr>
            <a:spLocks noGrp="1"/>
          </p:cNvSpPr>
          <p:nvPr>
            <p:ph type="body" sz="quarter" idx="13"/>
          </p:nvPr>
        </p:nvSpPr>
        <p:spPr>
          <a:xfrm>
            <a:off x="9025646" y="1580130"/>
            <a:ext cx="3056763" cy="3154497"/>
          </a:xfrm>
        </p:spPr>
        <p:txBody>
          <a:bodyPr/>
          <a:lstStyle/>
          <a:p>
            <a:pPr>
              <a:spcBef>
                <a:spcPts val="200"/>
              </a:spcBef>
              <a:spcAft>
                <a:spcPts val="800"/>
              </a:spcAft>
            </a:pPr>
            <a:r>
              <a:rPr sz="1800" dirty="0">
                <a:solidFill>
                  <a:srgbClr val="333333"/>
                </a:solidFill>
              </a:rPr>
              <a:t>Avg |r| with Regime:</a:t>
            </a:r>
          </a:p>
          <a:p>
            <a:pPr>
              <a:spcBef>
                <a:spcPts val="200"/>
              </a:spcBef>
              <a:spcAft>
                <a:spcPts val="800"/>
              </a:spcAft>
            </a:pPr>
            <a:r>
              <a:rPr sz="1800" dirty="0">
                <a:solidFill>
                  <a:srgbClr val="333333"/>
                </a:solidFill>
              </a:rPr>
              <a:t>  Technical:  0.49</a:t>
            </a:r>
          </a:p>
          <a:p>
            <a:pPr>
              <a:spcBef>
                <a:spcPts val="200"/>
              </a:spcBef>
              <a:spcAft>
                <a:spcPts val="800"/>
              </a:spcAft>
            </a:pPr>
            <a:r>
              <a:rPr sz="1800" dirty="0">
                <a:solidFill>
                  <a:srgbClr val="333333"/>
                </a:solidFill>
              </a:rPr>
              <a:t>  Macro:       0.11</a:t>
            </a:r>
          </a:p>
          <a:p>
            <a:pPr>
              <a:spcBef>
                <a:spcPts val="200"/>
              </a:spcBef>
              <a:spcAft>
                <a:spcPts val="800"/>
              </a:spcAft>
            </a:pPr>
            <a:r>
              <a:rPr sz="1800" dirty="0">
                <a:solidFill>
                  <a:srgbClr val="333333"/>
                </a:solidFill>
              </a:rPr>
              <a:t>  Fed:            0.02</a:t>
            </a:r>
          </a:p>
          <a:p>
            <a:pPr>
              <a:spcBef>
                <a:spcPts val="200"/>
              </a:spcBef>
              <a:spcAft>
                <a:spcPts val="800"/>
              </a:spcAft>
            </a:pPr>
            <a:endParaRPr sz="1800" dirty="0">
              <a:solidFill>
                <a:srgbClr val="333333"/>
              </a:solidFill>
            </a:endParaRPr>
          </a:p>
          <a:p>
            <a:pPr>
              <a:spcBef>
                <a:spcPts val="200"/>
              </a:spcBef>
              <a:spcAft>
                <a:spcPts val="800"/>
              </a:spcAft>
            </a:pPr>
            <a:r>
              <a:rPr sz="1800" dirty="0">
                <a:solidFill>
                  <a:srgbClr val="333333"/>
                </a:solidFill>
              </a:rPr>
              <a:t>Fed Rate = most isolated node</a:t>
            </a:r>
          </a:p>
          <a:p>
            <a:pPr>
              <a:spcBef>
                <a:spcPts val="200"/>
              </a:spcBef>
              <a:spcAft>
                <a:spcPts val="800"/>
              </a:spcAft>
            </a:pPr>
            <a:r>
              <a:rPr sz="1800" dirty="0">
                <a:solidFill>
                  <a:srgbClr val="333333"/>
                </a:solidFill>
              </a:rPr>
              <a:t>Only 3 edges in the graph</a:t>
            </a:r>
          </a:p>
        </p:txBody>
      </p:sp>
      <p:pic>
        <p:nvPicPr>
          <p:cNvPr id="5" name="Picture 4" descr="2_regime_ego_network.png"/>
          <p:cNvPicPr>
            <a:picLocks noChangeAspect="1"/>
          </p:cNvPicPr>
          <p:nvPr/>
        </p:nvPicPr>
        <p:blipFill>
          <a:blip r:embed="rId3"/>
          <a:stretch>
            <a:fillRect/>
          </a:stretch>
        </p:blipFill>
        <p:spPr>
          <a:xfrm>
            <a:off x="241443" y="1580130"/>
            <a:ext cx="8532211" cy="384236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000" b="1">
                <a:solidFill>
                  <a:srgbClr val="333333"/>
                </a:solidFill>
              </a:rPr>
              <a:t>Answer: No — The Fed Is Not the Main Trigger</a:t>
            </a:r>
          </a:p>
        </p:txBody>
      </p:sp>
      <p:sp>
        <p:nvSpPr>
          <p:cNvPr id="3" name="Text Placeholder 2"/>
          <p:cNvSpPr>
            <a:spLocks noGrp="1"/>
          </p:cNvSpPr>
          <p:nvPr>
            <p:ph type="body" sz="quarter" idx="13"/>
          </p:nvPr>
        </p:nvSpPr>
        <p:spPr/>
        <p:txBody>
          <a:bodyPr/>
          <a:lstStyle/>
          <a:p>
            <a:pPr>
              <a:spcBef>
                <a:spcPts val="200"/>
              </a:spcBef>
              <a:spcAft>
                <a:spcPts val="800"/>
              </a:spcAft>
            </a:pPr>
            <a:r>
              <a:rPr sz="2000">
                <a:solidFill>
                  <a:srgbClr val="333333"/>
                </a:solidFill>
              </a:rPr>
              <a:t>Feature Importance: Fed ranks #7.7 / 12</a:t>
            </a:r>
          </a:p>
          <a:p>
            <a:pPr>
              <a:spcBef>
                <a:spcPts val="200"/>
              </a:spcBef>
              <a:spcAft>
                <a:spcPts val="800"/>
              </a:spcAft>
            </a:pPr>
            <a:r>
              <a:rPr sz="2000">
                <a:solidFill>
                  <a:srgbClr val="333333"/>
                </a:solidFill>
              </a:rPr>
              <a:t>Granger Causality: only 2.5% added variance</a:t>
            </a:r>
          </a:p>
          <a:p>
            <a:pPr>
              <a:spcBef>
                <a:spcPts val="200"/>
              </a:spcBef>
              <a:spcAft>
                <a:spcPts val="800"/>
              </a:spcAft>
            </a:pPr>
            <a:r>
              <a:rPr sz="2000">
                <a:solidFill>
                  <a:srgbClr val="333333"/>
                </a:solidFill>
              </a:rPr>
              <a:t>Event Study: bear markets fall after hikes, not rise</a:t>
            </a:r>
          </a:p>
          <a:p>
            <a:pPr>
              <a:spcBef>
                <a:spcPts val="200"/>
              </a:spcBef>
              <a:spcAft>
                <a:spcPts val="800"/>
              </a:spcAft>
            </a:pPr>
            <a:r>
              <a:rPr sz="2000">
                <a:solidFill>
                  <a:srgbClr val="333333"/>
                </a:solidFill>
              </a:rPr>
              <a:t>Network: Fed is the most isolated node from Regime</a:t>
            </a:r>
          </a:p>
          <a:p>
            <a:pPr>
              <a:spcBef>
                <a:spcPts val="200"/>
              </a:spcBef>
              <a:spcAft>
                <a:spcPts val="800"/>
              </a:spcAft>
            </a:pPr>
            <a:endParaRPr sz="2000">
              <a:solidFill>
                <a:srgbClr val="333333"/>
              </a:solidFill>
            </a:endParaRPr>
          </a:p>
          <a:p>
            <a:pPr>
              <a:spcBef>
                <a:spcPts val="200"/>
              </a:spcBef>
              <a:spcAft>
                <a:spcPts val="800"/>
              </a:spcAft>
            </a:pPr>
            <a:r>
              <a:rPr sz="2000">
                <a:solidFill>
                  <a:srgbClr val="333333"/>
                </a:solidFill>
              </a:rPr>
              <a:t>What drives regime switches:</a:t>
            </a:r>
          </a:p>
          <a:p>
            <a:pPr>
              <a:spcBef>
                <a:spcPts val="200"/>
              </a:spcBef>
              <a:spcAft>
                <a:spcPts val="800"/>
              </a:spcAft>
            </a:pPr>
            <a:r>
              <a:rPr sz="2000">
                <a:solidFill>
                  <a:srgbClr val="333333"/>
                </a:solidFill>
              </a:rPr>
              <a:t>→ Market momentum (RSI, ROC) and volatility (VIX)</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200" b="1">
                <a:solidFill>
                  <a:srgbClr val="333333"/>
                </a:solidFill>
              </a:rPr>
              <a:t>Limitations &amp; Future Work</a:t>
            </a:r>
          </a:p>
        </p:txBody>
      </p:sp>
      <p:sp>
        <p:nvSpPr>
          <p:cNvPr id="3" name="Text Placeholder 2"/>
          <p:cNvSpPr>
            <a:spLocks noGrp="1"/>
          </p:cNvSpPr>
          <p:nvPr>
            <p:ph type="body" sz="quarter" idx="13"/>
          </p:nvPr>
        </p:nvSpPr>
        <p:spPr/>
        <p:txBody>
          <a:bodyPr/>
          <a:lstStyle/>
          <a:p>
            <a:pPr>
              <a:spcBef>
                <a:spcPts val="200"/>
              </a:spcBef>
              <a:spcAft>
                <a:spcPts val="800"/>
              </a:spcAft>
            </a:pPr>
            <a:r>
              <a:rPr sz="2200">
                <a:solidFill>
                  <a:srgbClr val="333333"/>
                </a:solidFill>
              </a:rPr>
              <a:t>5:1 class imbalance biases models toward Bull</a:t>
            </a:r>
          </a:p>
          <a:p>
            <a:pPr>
              <a:spcBef>
                <a:spcPts val="200"/>
              </a:spcBef>
              <a:spcAft>
                <a:spcPts val="800"/>
              </a:spcAft>
            </a:pPr>
            <a:r>
              <a:rPr sz="2200">
                <a:solidFill>
                  <a:srgbClr val="333333"/>
                </a:solidFill>
              </a:rPr>
              <a:t>Only 23 hike cycles — small sample for event study</a:t>
            </a:r>
          </a:p>
          <a:p>
            <a:pPr>
              <a:spcBef>
                <a:spcPts val="200"/>
              </a:spcBef>
              <a:spcAft>
                <a:spcPts val="800"/>
              </a:spcAft>
            </a:pPr>
            <a:r>
              <a:rPr sz="2200">
                <a:solidFill>
                  <a:srgbClr val="333333"/>
                </a:solidFill>
              </a:rPr>
              <a:t>Linear methods cannot detect non-linear causality</a:t>
            </a:r>
          </a:p>
          <a:p>
            <a:pPr>
              <a:spcBef>
                <a:spcPts val="200"/>
              </a:spcBef>
              <a:spcAft>
                <a:spcPts val="800"/>
              </a:spcAft>
            </a:pPr>
            <a:r>
              <a:rPr sz="2200">
                <a:solidFill>
                  <a:srgbClr val="333333"/>
                </a:solidFill>
              </a:rPr>
              <a:t>Future: HMMs, dynamic networks, transfer entropy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000" b="1">
                <a:solidFill>
                  <a:srgbClr val="333333"/>
                </a:solidFill>
              </a:rPr>
              <a:t>Thank You</a:t>
            </a:r>
          </a:p>
        </p:txBody>
      </p:sp>
      <p:sp>
        <p:nvSpPr>
          <p:cNvPr id="3" name="Text Placeholder 2"/>
          <p:cNvSpPr>
            <a:spLocks noGrp="1"/>
          </p:cNvSpPr>
          <p:nvPr>
            <p:ph type="body" sz="quarter" idx="15"/>
          </p:nvPr>
        </p:nvSpPr>
        <p:spPr/>
        <p:txBody>
          <a:bodyPr/>
          <a:lstStyle/>
          <a:p>
            <a:pPr algn="l"/>
            <a:r>
              <a:rPr sz="2200" b="0">
                <a:solidFill>
                  <a:srgbClr val="333333"/>
                </a:solidFill>
              </a:rPr>
              <a:t>COMP0047 — Group 4  |  UCL
Questions?</a:t>
            </a: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theme/theme1.xml><?xml version="1.0" encoding="utf-8"?>
<a:theme xmlns:a="http://schemas.openxmlformats.org/drawingml/2006/main" name="UCL_Black_Slide_Theme">
  <a:themeElements>
    <a:clrScheme name="UCL Black Theme">
      <a:dk1>
        <a:sysClr val="windowText" lastClr="000000"/>
      </a:dk1>
      <a:lt1>
        <a:srgbClr val="FFFFFF"/>
      </a:lt1>
      <a:dk2>
        <a:srgbClr val="000000"/>
      </a:dk2>
      <a:lt2>
        <a:srgbClr val="E6E6E6"/>
      </a:lt2>
      <a:accent1>
        <a:srgbClr val="F6BE00"/>
      </a:accent1>
      <a:accent2>
        <a:srgbClr val="B5BD00"/>
      </a:accent2>
      <a:accent3>
        <a:srgbClr val="A4DBE8"/>
      </a:accent3>
      <a:accent4>
        <a:srgbClr val="8C8279"/>
      </a:accent4>
      <a:accent5>
        <a:srgbClr val="EA7600"/>
      </a:accent5>
      <a:accent6>
        <a:srgbClr val="E03C31"/>
      </a:accent6>
      <a:hlink>
        <a:srgbClr val="0563C1"/>
      </a:hlink>
      <a:folHlink>
        <a:srgbClr val="954F72"/>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custClrLst>
    <a:custClr name="name of colour">
      <a:srgbClr val="000000"/>
    </a:custClr>
  </a:custClrLst>
  <a:extLst>
    <a:ext uri="{05A4C25C-085E-4340-85A3-A5531E510DB2}">
      <thm15:themeFamily xmlns:thm15="http://schemas.microsoft.com/office/thememl/2012/main" name="Presentation4" id="{1117F47E-1820-FB44-B702-91BC503BEEB2}" vid="{7AC29BA8-160E-2647-B666-6ADA20DE7E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D24595B8D704B499AE61E6E0E8E1306" ma:contentTypeVersion="7" ma:contentTypeDescription="Create a new document." ma:contentTypeScope="" ma:versionID="9b0a84a6b3f89cc207aed533d4b0e23d">
  <xsd:schema xmlns:xsd="http://www.w3.org/2001/XMLSchema" xmlns:xs="http://www.w3.org/2001/XMLSchema" xmlns:p="http://schemas.microsoft.com/office/2006/metadata/properties" xmlns:ns2="fa2e8418-939e-472b-8fcb-18d0aba7169c" targetNamespace="http://schemas.microsoft.com/office/2006/metadata/properties" ma:root="true" ma:fieldsID="29e5c86293b3e414905505bdef983d0a" ns2:_="">
    <xsd:import namespace="fa2e8418-939e-472b-8fcb-18d0aba7169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2e8418-939e-472b-8fcb-18d0aba716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23F582D-BF63-4C62-AB37-7230078078AC}">
  <ds:schemaRefs>
    <ds:schemaRef ds:uri="http://schemas.microsoft.com/sharepoint/v3/contenttype/forms"/>
  </ds:schemaRefs>
</ds:datastoreItem>
</file>

<file path=customXml/itemProps2.xml><?xml version="1.0" encoding="utf-8"?>
<ds:datastoreItem xmlns:ds="http://schemas.openxmlformats.org/officeDocument/2006/customXml" ds:itemID="{FC5A8A76-4630-455A-994A-4647EF37C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2e8418-939e-472b-8fcb-18d0aba716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58C60A-AE87-425E-BC8D-8571DC074F3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184</TotalTime>
  <Words>2590</Words>
  <Application>Microsoft Macintosh PowerPoint</Application>
  <PresentationFormat>Widescreen</PresentationFormat>
  <Paragraphs>175</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UCL_Black_Slide_Theme</vt:lpstr>
      <vt:lpstr>S&amp;P 500 Regime Detection</vt:lpstr>
      <vt:lpstr>Research Question</vt:lpstr>
      <vt:lpstr>Data: 12 Features × 312 Months</vt:lpstr>
      <vt:lpstr>Correlation Heatmap</vt:lpstr>
      <vt:lpstr>Three Classification Models</vt:lpstr>
      <vt:lpstr>Random Forest: Feature Importance</vt:lpstr>
      <vt:lpstr>Where Does the Fed Rate Rank?</vt:lpstr>
      <vt:lpstr>Digging Deeper: Lags &amp; Deltas</vt:lpstr>
      <vt:lpstr>Granger Causality: Does the Fed Predict Regimes?</vt:lpstr>
      <vt:lpstr>Event Study: What Happens After Rate Hike Starts?</vt:lpstr>
      <vt:lpstr>Network Analysis: Who Connects to Regime?</vt:lpstr>
      <vt:lpstr>Answer: No — The Fed Is Not the Main Trigger</vt:lpstr>
      <vt:lpstr>Limitations &amp; Future Work</vt:lpstr>
      <vt:lpstr>Thank You</vt:lpstr>
    </vt:vector>
  </TitlesOfParts>
  <Company>University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Petterson, Helen</dc:creator>
  <cp:lastModifiedBy>Tep San</cp:lastModifiedBy>
  <cp:revision>21</cp:revision>
  <dcterms:created xsi:type="dcterms:W3CDTF">2020-09-10T09:35:54Z</dcterms:created>
  <dcterms:modified xsi:type="dcterms:W3CDTF">2026-03-15T18:06:24Z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0x0101009D24595B8D704B499AE61E6E0E8E1306</vt:lpwstr>
  </property>
</Properties>
</file>