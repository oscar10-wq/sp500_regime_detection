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9" r:id="rId4"/>
  </p:sldMasterIdLst>
  <p:notesMasterIdLst>
    <p:notesMasterId r:id="rId19"/>
  </p:notesMasterIdLst>
  <p:handoutMasterIdLst>
    <p:handoutMasterId r:id="rId20"/>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0777"/>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35" autoAdjust="0"/>
    <p:restoredTop sz="96197"/>
  </p:normalViewPr>
  <p:slideViewPr>
    <p:cSldViewPr snapToGrid="0" snapToObjects="1">
      <p:cViewPr varScale="1">
        <p:scale>
          <a:sx n="124" d="100"/>
          <a:sy n="124" d="100"/>
        </p:scale>
        <p:origin x="312" y="16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9B173D-BDE1-334A-A54B-AB7416F088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FA8520C-8460-0D42-86C9-D0794A4B3E8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4B85B03-F712-974C-A1D8-1F9A468F5B60}" type="datetimeFigureOut">
              <a:rPr lang="en-US" smtClean="0"/>
              <a:t>3/15/26</a:t>
            </a:fld>
            <a:endParaRPr lang="en-US"/>
          </a:p>
        </p:txBody>
      </p:sp>
      <p:sp>
        <p:nvSpPr>
          <p:cNvPr id="4" name="Footer Placeholder 3">
            <a:extLst>
              <a:ext uri="{FF2B5EF4-FFF2-40B4-BE49-F238E27FC236}">
                <a16:creationId xmlns:a16="http://schemas.microsoft.com/office/drawing/2014/main" id="{CE5F3C87-CBF7-CC4C-8F0D-1EB8B063577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B9DA787-5DE4-CD4A-B75E-AC89ED789CE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074958-CA5E-0C46-B182-67DF590DF54A}" type="slidenum">
              <a:rPr lang="en-US" smtClean="0"/>
              <a:t>‹#›</a:t>
            </a:fld>
            <a:endParaRPr lang="en-US"/>
          </a:p>
        </p:txBody>
      </p:sp>
    </p:spTree>
    <p:extLst>
      <p:ext uri="{BB962C8B-B14F-4D97-AF65-F5344CB8AC3E}">
        <p14:creationId xmlns:p14="http://schemas.microsoft.com/office/powerpoint/2010/main" val="37504699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33EF3F-35E2-3B43-BF81-CFC248C52316}" type="datetimeFigureOut">
              <a:rPr lang="en-US" smtClean="0"/>
              <a:t>3/15/26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C03F89-1949-E64B-AC42-D3BE5974B6DB}" type="slidenum">
              <a:rPr lang="en-US" smtClean="0"/>
              <a:t>‹#›</a:t>
            </a:fld>
            <a:endParaRPr lang="en-US"/>
          </a:p>
        </p:txBody>
      </p:sp>
    </p:spTree>
    <p:extLst>
      <p:ext uri="{BB962C8B-B14F-4D97-AF65-F5344CB8AC3E}">
        <p14:creationId xmlns:p14="http://schemas.microsoft.com/office/powerpoint/2010/main" val="2227265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 ~30 seconds]</a:t>
            </a:r>
          </a:p>
          <a:p>
            <a:r>
              <a:t>Good morning everyone. We are Group 4 from COMP0047 at UCL. Today we're presenting our research into one of the most commonly repeated claims in financial commentary — that Federal Reserve interest rate hikes are the primary driver of bull-to-bear regime switches in the S&amp;P 500. We set out to test this systematically using 25 years of market and macroeconomic data across multiple analytical methods. Let's walk through what we found.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 ~1 minute]</a:t>
            </a:r>
          </a:p>
          <a:p>
            <a:r>
              <a:t>First, let's define what we mean by regimes. We use the industry-standard 20% threshold: a bull market is when the S&amp;P 500 sits 20% or more above its recent trough, and a bear market is when it has fallen 20% or more from its recent peak. This gives us a clean binary classification target.</a:t>
            </a:r>
          </a:p>
          <a:p>
            <a:r>
              <a:t>Our core research question is both simple and important: when the market flips from bull to bear, is the Federal Reserve — through its rate hike decisions — the one pulling the trigger? This narrative dominates financial media, but it has rarely been tested rigorously with a comprehensive, multi-method approach. That's what we set out to do.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 ~50 seconds]</a:t>
            </a:r>
          </a:p>
          <a:p>
            <a:r>
              <a:t>Our dataset covers 312 months from 1999 to 2024, sourced from Yahoo Finance and the FRED API. We assembled 12 features across three categories. Technical indicators — RSI, ROC, MACD, MACD Histogram, trading volume, and VIX — capture market momentum and sentiment. Macroeconomic variables — real GDP growth, unemployment rate, and inflation — capture the broader economy. And Fed-related variables — the Fed Funds Rate and the 10-year minus 2-year yield spread — capture monetary policy. Everything was aligned to monthly frequency to match Fed decision cycles.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 ~50 seconds]</a:t>
            </a:r>
          </a:p>
          <a:p>
            <a:r>
              <a:t>Before modelling, we explored pairwise relationships with a correlation heatmap. The key observation: technical indicators cluster tightly together, forming a strongly interconnected bloc. Meanwhile, Fed and macroeconomic variables sit in a separate, weakly connected group, with much lower correlations to both the technical indicators and to the regime label itself.</a:t>
            </a:r>
          </a:p>
          <a:p>
            <a:r>
              <a:t>This visual separation was our first indication that the Fed Rate may not be closely tied to regime outcomes. But a heatmap only captures linear pairwise correlations — so we needed more rigorous tests to confirm or refute this initial pattern.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~1 minute]</a:t>
            </a:r>
          </a:p>
          <a:p>
            <a:r>
              <a:t>We trained three classifiers using an 80/20 chronological train-test split — importantly not random, to prevent any lookahead bias that would inflate accuracy. Logistic Regression achieved the highest accuracy at 90.5%, benefiting from the strong linear relationship between momentum indicators and regime state. Random Forest and Gradient Boosting both reached 81% accuracy with balanced class weights applied to address the 5-to-1 bull-bear imbalance in our data. Across all three models, the same pattern emerged: technical indicators consistently ranked at the top of feature importance, while Fed-related variables ranked low.</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~50 seconds]</a:t>
            </a:r>
          </a:p>
          <a:p>
            <a:r>
              <a:t>Here is the Random Forest feature importance, measured by Mean Decrease in Impurity. The top three features are all momentum-based: RSI, ROC, and MACD Histogram. The Fed Funds Rate ranks 11th out of 12 — near the very bottom.</a:t>
            </a:r>
          </a:p>
          <a:p>
            <a:r>
              <a:t>Now, interestingly, Logistic Regression tells a different story — it ranks the Fed Rate 2nd. But this reflects how linear models handle multicollinearity: when correlated technical features share explanatory power, the model redistributes weight to less correlated variables like the Fed Rate. The tree-based models don't have this issue.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~50 seconds]</a:t>
            </a:r>
          </a:p>
          <a:p>
            <a:r>
              <a:t>Summarising across all three models: Logistic Regression places the Fed Rate 2nd, but Random Forest ranks it 11th and Gradient Boosting ranks it 10th. The cross-model average is 7.7 out of 12. When we weight by the models that best handle feature interactions — the ensemble methods — the Fed Rate is consistently near the bottom. This pattern is robust: momentum indicators dominate regime classification regardless of model choice.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~1 minute 15 seconds]</a:t>
            </a:r>
          </a:p>
          <a:p>
            <a:r>
              <a:t>At this point we asked: could the Fed Rate appear weak simply because markets price in hikes before they're announced? If so, the raw rate level would be stale by the time the decision is made. To test this, we engineered lag features — 3-month and 6-month lagged values — plus rate-of-change deltas that capture the pace of monetary tightening. This expanded our feature set from 12 to 23 variables.</a:t>
            </a:r>
          </a:p>
          <a:p>
            <a:r>
              <a:t>We then applied L1-based feature pruning to remove noise, retaining 11 features. The Fed 6-month delta — the speed of rate change — jumped to 3rd in Random Forest and 5th in Logistic Regression. So the direction and pace of Fed policy does carry signal, more than the raw level. But even then, RSI and MACD Histogram still held the top two spots. The Fed contributes, but it doesn't lead.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 ~50 seconds]</a:t>
            </a:r>
          </a:p>
          <a:p>
            <a:r>
              <a:t>To test causality more formally, we applied conditional Granger causality analysis. This asks a specific question: does knowing past Fed Rate values help predict future regime states, beyond what market-derived signals already tell us?</a:t>
            </a:r>
          </a:p>
          <a:p>
            <a:r>
              <a:t>After controlling for technical indicators, the answer is clear — the Fed Rate adds at most 2.5% of explained variance to regime prediction. The market's own signals already contain nearly all the predictive information needed. The Fed Rate is essentially redundant as a predictor once you account for what the market is already telling you through momentum and volatility.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~1 minute 10 seconds]</a:t>
            </a:r>
          </a:p>
          <a:p>
            <a:r>
              <a:t>This is one of our most striking results. We identified 23 rate-hike-cycle starts — defined as the first hike after a pause or cutting period — and tracked what happened to bear market frequency in windows around each event.</a:t>
            </a:r>
          </a:p>
          <a:p>
            <a:r>
              <a:t>In the 12 months before the first hike, 23.6% of months were bearish. In the 6 months after, this dropped to 18.5%. In the 12 months after, it fell further to just 11.2%. And the S&amp;P 500 continued rising on average. This directly contradicts the popular narrative. Rate hikes don't trigger bear markets — they tend to begin during strong economic expansions when the market is already firmly bullish. The Fed is reacting to strength, not causing weakness.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~50 seconds]</a:t>
            </a:r>
          </a:p>
          <a:p>
            <a:r>
              <a:t>Finally, we built a correlation network to visualise structural relationships. Each feature is a node, and edges represent significant correlations. We measured average absolute correlation with the Regime label: technical indicators average 0.49, macroeconomic variables average 0.11, and the Fed Rate sits at just 0.02.</a:t>
            </a:r>
          </a:p>
          <a:p>
            <a:r>
              <a:t>It is the most isolated node in the entire network — structurally disconnected from regime changes. This confirms the same conclusion through yet another analytical lens.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 ~1 minute 10 seconds]</a:t>
            </a:r>
          </a:p>
          <a:p>
            <a:r>
              <a:t>So, to directly answer our research question: no, Federal Reserve rate hikes are not the main trigger for bull-to-bear regime switches. The evidence converges from four independent analytical directions.</a:t>
            </a:r>
          </a:p>
          <a:p>
            <a:r>
              <a:t>Feature importance analysis places the Fed at an average rank of 7.7 out of 12 across three models. Granger causality shows it adds only 2.5% variance beyond what market signals already provide. Our event study reveals that bear markets actually become less frequent — not more — after rate hike cycles begin. And the correlation network analysis confirms the Fed Rate is the most structurally isolated node from regime changes.</a:t>
            </a:r>
          </a:p>
          <a:p>
            <a:r>
              <a:t>The real drivers of regime switches are momentum and volatility indicators — RSI, ROC, MACD Histogram, and VIX — signals rooted in market microstructure, not central bank monetary policy.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 ~25 seconds]</a:t>
            </a:r>
          </a:p>
          <a:p>
            <a:r>
              <a:t>Key limitations: the 5-to-1 class imbalance biases our models toward predicting bull markets. We have only 23 hike cycles, which limits the statistical power of the event study. And our linear causality tests cannot capture non-linear relationships. Future work could address these gaps with Hidden Markov Models, dynamic time-varying networks, and transfer entropy.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a:t>
            </a:r>
          </a:p>
          <a:p>
            <a:r>
              <a:t>Thank you very much for listening. We're happy to take any questions.</a:t>
            </a:r>
          </a:p>
          <a:p>
            <a:r>
              <a:t/>
            </a:r>
          </a:p>
          <a:p>
            <a:r>
              <a:t>[PREPARED Q&amp;A — NOT SPOKEN]</a:t>
            </a:r>
          </a:p>
          <a:p>
            <a:r>
              <a:t>Q: Why not HMMs? — We prioritised interpretability; HMMs are a natural next step.</a:t>
            </a:r>
          </a:p>
          <a:p>
            <a:r>
              <a:t>Q: Could lag features overfit? — Mitigated with L1 pruning and strict chronological splits.</a:t>
            </a:r>
          </a:p>
          <a:p>
            <a:r>
              <a:t>Q: Why monthly? — Matches Fed decision cycles and avoids daily noise.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UCL Title slide 1">
    <p:spTree>
      <p:nvGrpSpPr>
        <p:cNvPr id="1" name=""/>
        <p:cNvGrpSpPr/>
        <p:nvPr/>
      </p:nvGrpSpPr>
      <p:grpSpPr>
        <a:xfrm>
          <a:off x="0" y="0"/>
          <a:ext cx="0" cy="0"/>
          <a:chOff x="0" y="0"/>
          <a:chExt cx="0" cy="0"/>
        </a:xfrm>
      </p:grpSpPr>
      <p:sp>
        <p:nvSpPr>
          <p:cNvPr id="2" name="UCL Branding background">
            <a:extLst>
              <a:ext uri="{FF2B5EF4-FFF2-40B4-BE49-F238E27FC236}">
                <a16:creationId xmlns:a16="http://schemas.microsoft.com/office/drawing/2014/main" id="{EA4C8DDC-D29E-5E43-9BC2-FD84B2117884}"/>
              </a:ext>
            </a:extLst>
          </p:cNvPr>
          <p:cNvSpPr/>
          <p:nvPr userDrawn="1"/>
        </p:nvSpPr>
        <p:spPr>
          <a:xfrm>
            <a:off x="0" y="0"/>
            <a:ext cx="12192000" cy="142503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UCL Branding"/>
          <p:cNvPicPr>
            <a:picLocks noChangeAspect="1"/>
          </p:cNvPicPr>
          <p:nvPr userDrawn="1"/>
        </p:nvPicPr>
        <p:blipFill>
          <a:blip r:embed="rId2"/>
          <a:srcRect/>
          <a:stretch/>
        </p:blipFill>
        <p:spPr>
          <a:xfrm>
            <a:off x="-1" y="0"/>
            <a:ext cx="12193200" cy="1342371"/>
          </a:xfrm>
          <a:prstGeom prst="rect">
            <a:avLst/>
          </a:prstGeom>
        </p:spPr>
      </p:pic>
      <p:sp>
        <p:nvSpPr>
          <p:cNvPr id="13" name="Faculty, Department title">
            <a:extLst>
              <a:ext uri="{FF2B5EF4-FFF2-40B4-BE49-F238E27FC236}">
                <a16:creationId xmlns:a16="http://schemas.microsoft.com/office/drawing/2014/main" id="{7B844C1D-C9E2-A040-B3FD-0E3861E051D8}"/>
              </a:ext>
            </a:extLst>
          </p:cNvPr>
          <p:cNvSpPr>
            <a:spLocks noGrp="1"/>
          </p:cNvSpPr>
          <p:nvPr>
            <p:ph type="body" sz="quarter" idx="10" hasCustomPrompt="1"/>
          </p:nvPr>
        </p:nvSpPr>
        <p:spPr>
          <a:xfrm>
            <a:off x="360000" y="360000"/>
            <a:ext cx="5760000" cy="720000"/>
          </a:xfrm>
        </p:spPr>
        <p:txBody>
          <a:bodyPr/>
          <a:lstStyle>
            <a:lvl1pPr marL="11112" indent="0">
              <a:buNone/>
              <a:defRPr sz="1400" b="1" i="0" cap="none" baseline="0">
                <a:solidFill>
                  <a:srgbClr val="FFFFFF"/>
                </a:solidFill>
                <a:latin typeface="+mj-lt"/>
              </a:defRPr>
            </a:lvl1pPr>
          </a:lstStyle>
          <a:p>
            <a:pPr lvl="0"/>
            <a:r>
              <a:rPr lang="en-GB" dirty="0"/>
              <a:t>Faculty, Department</a:t>
            </a:r>
          </a:p>
          <a:p>
            <a:pPr lvl="0"/>
            <a:endParaRPr lang="en-GB" dirty="0"/>
          </a:p>
          <a:p>
            <a:pPr lvl="0"/>
            <a:endParaRPr lang="en-GB" dirty="0"/>
          </a:p>
        </p:txBody>
      </p:sp>
      <p:sp>
        <p:nvSpPr>
          <p:cNvPr id="9" name="Main image" descr="Image">
            <a:extLst>
              <a:ext uri="{FF2B5EF4-FFF2-40B4-BE49-F238E27FC236}">
                <a16:creationId xmlns:a16="http://schemas.microsoft.com/office/drawing/2014/main" id="{FD55159A-63D1-334F-B344-448B05BC84B5}"/>
              </a:ext>
            </a:extLst>
          </p:cNvPr>
          <p:cNvSpPr>
            <a:spLocks noGrp="1"/>
          </p:cNvSpPr>
          <p:nvPr>
            <p:ph type="pic" sz="quarter" idx="11" hasCustomPrompt="1"/>
          </p:nvPr>
        </p:nvSpPr>
        <p:spPr>
          <a:xfrm>
            <a:off x="0" y="1440000"/>
            <a:ext cx="12192000" cy="5421086"/>
          </a:xfrm>
          <a:ln>
            <a:noFill/>
          </a:ln>
        </p:spPr>
        <p:txBody>
          <a:bodyPr anchor="b" anchorCtr="0"/>
          <a:lstStyle>
            <a:lvl1pPr marL="11112" indent="0" algn="ctr">
              <a:buNone/>
              <a:defRPr sz="2400"/>
            </a:lvl1pPr>
          </a:lstStyle>
          <a:p>
            <a:r>
              <a:rPr lang="en-GB" dirty="0"/>
              <a:t>Click to add picture</a:t>
            </a:r>
            <a:br>
              <a:rPr lang="en-GB" dirty="0"/>
            </a:br>
            <a:endParaRPr lang="en-GB" dirty="0"/>
          </a:p>
          <a:p>
            <a:endParaRPr lang="en-US" dirty="0"/>
          </a:p>
          <a:p>
            <a:endParaRPr lang="en-US" dirty="0"/>
          </a:p>
          <a:p>
            <a:endParaRPr lang="en-US" dirty="0"/>
          </a:p>
        </p:txBody>
      </p:sp>
      <p:sp>
        <p:nvSpPr>
          <p:cNvPr id="11" name="Main Headline" descr="Headline">
            <a:extLst>
              <a:ext uri="{FF2B5EF4-FFF2-40B4-BE49-F238E27FC236}">
                <a16:creationId xmlns:a16="http://schemas.microsoft.com/office/drawing/2014/main" id="{6D1BEB54-27B8-4348-8671-D93B41DC5E26}"/>
              </a:ext>
            </a:extLst>
          </p:cNvPr>
          <p:cNvSpPr>
            <a:spLocks noGrp="1"/>
          </p:cNvSpPr>
          <p:nvPr>
            <p:ph type="title" hasCustomPrompt="1"/>
          </p:nvPr>
        </p:nvSpPr>
        <p:spPr>
          <a:xfrm>
            <a:off x="0" y="1549105"/>
            <a:ext cx="7560000" cy="2340000"/>
          </a:xfrm>
          <a:solidFill>
            <a:srgbClr val="FFFFFF"/>
          </a:solidFill>
        </p:spPr>
        <p:txBody>
          <a:bodyPr lIns="360000" tIns="180000"/>
          <a:lstStyle>
            <a:lvl1pPr>
              <a:defRPr baseline="0">
                <a:solidFill>
                  <a:srgbClr val="000000"/>
                </a:solidFill>
              </a:defRPr>
            </a:lvl1pPr>
          </a:lstStyle>
          <a:p>
            <a:r>
              <a:rPr lang="en-US" dirty="0"/>
              <a:t>Main headline,</a:t>
            </a:r>
            <a:br>
              <a:rPr lang="en-US" dirty="0"/>
            </a:br>
            <a:r>
              <a:rPr lang="en-US" dirty="0"/>
              <a:t>Arial 44pt bold</a:t>
            </a:r>
          </a:p>
        </p:txBody>
      </p:sp>
    </p:spTree>
    <p:extLst>
      <p:ext uri="{BB962C8B-B14F-4D97-AF65-F5344CB8AC3E}">
        <p14:creationId xmlns:p14="http://schemas.microsoft.com/office/powerpoint/2010/main" val="2079837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CL Title slide 3">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7E0FC6D2-4499-5C4C-8C93-C7590708B796}"/>
              </a:ext>
            </a:extLst>
          </p:cNvPr>
          <p:cNvSpPr/>
          <p:nvPr userDrawn="1"/>
        </p:nvSpPr>
        <p:spPr>
          <a:xfrm>
            <a:off x="0" y="0"/>
            <a:ext cx="12192000" cy="142503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icture" descr="Image">
            <a:extLst>
              <a:ext uri="{FF2B5EF4-FFF2-40B4-BE49-F238E27FC236}">
                <a16:creationId xmlns:a16="http://schemas.microsoft.com/office/drawing/2014/main" id="{D7C34FC0-F8B1-D041-9578-733D7F3C687D}"/>
              </a:ext>
            </a:extLst>
          </p:cNvPr>
          <p:cNvSpPr>
            <a:spLocks noGrp="1"/>
          </p:cNvSpPr>
          <p:nvPr>
            <p:ph type="pic" sz="quarter" idx="12" hasCustomPrompt="1"/>
          </p:nvPr>
        </p:nvSpPr>
        <p:spPr>
          <a:xfrm>
            <a:off x="0" y="1440000"/>
            <a:ext cx="12192000" cy="5421086"/>
          </a:xfrm>
          <a:ln>
            <a:noFill/>
          </a:ln>
        </p:spPr>
        <p:txBody>
          <a:bodyPr anchor="b" anchorCtr="0"/>
          <a:lstStyle>
            <a:lvl1pPr marL="11112" indent="0" algn="ctr">
              <a:buNone/>
              <a:defRPr sz="2400"/>
            </a:lvl1pPr>
          </a:lstStyle>
          <a:p>
            <a:r>
              <a:rPr lang="en-GB" dirty="0"/>
              <a:t>Click to add picture</a:t>
            </a:r>
            <a:br>
              <a:rPr lang="en-GB" dirty="0"/>
            </a:br>
            <a:endParaRPr lang="en-GB" dirty="0"/>
          </a:p>
          <a:p>
            <a:endParaRPr lang="en-US" dirty="0"/>
          </a:p>
          <a:p>
            <a:endParaRPr lang="en-US" dirty="0"/>
          </a:p>
          <a:p>
            <a:endParaRPr lang="en-US" dirty="0"/>
          </a:p>
        </p:txBody>
      </p:sp>
      <p:sp>
        <p:nvSpPr>
          <p:cNvPr id="10" name="Main Headline" descr="Headline">
            <a:extLst>
              <a:ext uri="{FF2B5EF4-FFF2-40B4-BE49-F238E27FC236}">
                <a16:creationId xmlns:a16="http://schemas.microsoft.com/office/drawing/2014/main" id="{5F848594-69CD-DA4E-BB25-23F671A7C1BC}"/>
              </a:ext>
            </a:extLst>
          </p:cNvPr>
          <p:cNvSpPr>
            <a:spLocks noGrp="1"/>
          </p:cNvSpPr>
          <p:nvPr>
            <p:ph type="title" hasCustomPrompt="1"/>
          </p:nvPr>
        </p:nvSpPr>
        <p:spPr>
          <a:xfrm>
            <a:off x="0" y="1549105"/>
            <a:ext cx="7560000" cy="2340000"/>
          </a:xfrm>
          <a:solidFill>
            <a:srgbClr val="FFFFFF"/>
          </a:solidFill>
        </p:spPr>
        <p:txBody>
          <a:bodyPr lIns="360000" tIns="180000"/>
          <a:lstStyle>
            <a:lvl1pPr>
              <a:defRPr baseline="0">
                <a:solidFill>
                  <a:srgbClr val="000000"/>
                </a:solidFill>
              </a:defRPr>
            </a:lvl1pPr>
          </a:lstStyle>
          <a:p>
            <a:r>
              <a:rPr lang="en-US" dirty="0"/>
              <a:t>Main headline,</a:t>
            </a:r>
            <a:br>
              <a:rPr lang="en-US" dirty="0"/>
            </a:br>
            <a:r>
              <a:rPr lang="en-US" dirty="0"/>
              <a:t>Arial 44pt bold</a:t>
            </a:r>
          </a:p>
        </p:txBody>
      </p:sp>
      <p:sp>
        <p:nvSpPr>
          <p:cNvPr id="5" name="Sub Heading" descr="Sub heading">
            <a:extLst>
              <a:ext uri="{FF2B5EF4-FFF2-40B4-BE49-F238E27FC236}">
                <a16:creationId xmlns:a16="http://schemas.microsoft.com/office/drawing/2014/main" id="{D5AB2EC5-97D3-8D44-BB0B-9125E87D1F9D}"/>
              </a:ext>
            </a:extLst>
          </p:cNvPr>
          <p:cNvSpPr>
            <a:spLocks noGrp="1"/>
          </p:cNvSpPr>
          <p:nvPr>
            <p:ph type="body" sz="quarter" idx="11"/>
          </p:nvPr>
        </p:nvSpPr>
        <p:spPr>
          <a:xfrm>
            <a:off x="359999" y="3239999"/>
            <a:ext cx="6840000" cy="65177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3600" baseline="0">
                <a:solidFill>
                  <a:schemeClr val="tx1"/>
                </a:solidFill>
                <a:latin typeface="Arial" panose="020B0604020202020204" pitchFamily="34" charset="0"/>
                <a:cs typeface="Arial" panose="020B0604020202020204" pitchFamily="34" charset="0"/>
              </a:rPr>
              <a:t>Edit Master text styles</a:t>
            </a:r>
          </a:p>
        </p:txBody>
      </p:sp>
      <p:pic>
        <p:nvPicPr>
          <p:cNvPr id="3" name="UCL Branding">
            <a:extLst>
              <a:ext uri="{FF2B5EF4-FFF2-40B4-BE49-F238E27FC236}">
                <a16:creationId xmlns:a16="http://schemas.microsoft.com/office/drawing/2014/main" id="{EF2D41C7-D700-BF17-C0DE-77C45727DB32}"/>
              </a:ext>
            </a:extLst>
          </p:cNvPr>
          <p:cNvPicPr>
            <a:picLocks noChangeAspect="1"/>
          </p:cNvPicPr>
          <p:nvPr userDrawn="1"/>
        </p:nvPicPr>
        <p:blipFill>
          <a:blip r:embed="rId2"/>
          <a:srcRect/>
          <a:stretch/>
        </p:blipFill>
        <p:spPr>
          <a:xfrm>
            <a:off x="-1" y="0"/>
            <a:ext cx="12193200" cy="1342371"/>
          </a:xfrm>
          <a:prstGeom prst="rect">
            <a:avLst/>
          </a:prstGeom>
        </p:spPr>
      </p:pic>
      <p:sp>
        <p:nvSpPr>
          <p:cNvPr id="4" name="Faculty, Department title">
            <a:extLst>
              <a:ext uri="{FF2B5EF4-FFF2-40B4-BE49-F238E27FC236}">
                <a16:creationId xmlns:a16="http://schemas.microsoft.com/office/drawing/2014/main" id="{08D5C88A-81D8-181C-4594-B90FC9D790E9}"/>
              </a:ext>
            </a:extLst>
          </p:cNvPr>
          <p:cNvSpPr>
            <a:spLocks noGrp="1"/>
          </p:cNvSpPr>
          <p:nvPr>
            <p:ph type="body" sz="quarter" idx="10" hasCustomPrompt="1"/>
          </p:nvPr>
        </p:nvSpPr>
        <p:spPr>
          <a:xfrm>
            <a:off x="360000" y="360000"/>
            <a:ext cx="5760000" cy="720000"/>
          </a:xfrm>
        </p:spPr>
        <p:txBody>
          <a:bodyPr/>
          <a:lstStyle>
            <a:lvl1pPr marL="11112" indent="0">
              <a:buNone/>
              <a:defRPr sz="1400" b="1" i="0" cap="none" baseline="0">
                <a:solidFill>
                  <a:srgbClr val="FFFFFF"/>
                </a:solidFill>
                <a:latin typeface="+mj-lt"/>
              </a:defRPr>
            </a:lvl1pPr>
          </a:lstStyle>
          <a:p>
            <a:pPr lvl="0"/>
            <a:r>
              <a:rPr lang="en-GB" dirty="0"/>
              <a:t>Faculty, Department</a:t>
            </a:r>
          </a:p>
          <a:p>
            <a:pPr lvl="0"/>
            <a:endParaRPr lang="en-GB" dirty="0"/>
          </a:p>
          <a:p>
            <a:pPr lvl="0"/>
            <a:endParaRPr lang="en-GB" dirty="0"/>
          </a:p>
        </p:txBody>
      </p:sp>
    </p:spTree>
    <p:extLst>
      <p:ext uri="{BB962C8B-B14F-4D97-AF65-F5344CB8AC3E}">
        <p14:creationId xmlns:p14="http://schemas.microsoft.com/office/powerpoint/2010/main" val="2523695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UCL Title slide 2 - single line headline">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8FD8CE85-9178-344E-BC9E-19B545ECA60C}"/>
              </a:ext>
            </a:extLst>
          </p:cNvPr>
          <p:cNvSpPr/>
          <p:nvPr userDrawn="1"/>
        </p:nvSpPr>
        <p:spPr>
          <a:xfrm>
            <a:off x="0" y="-1"/>
            <a:ext cx="12192000" cy="2520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Main Headline" descr="Headline">
            <a:extLst>
              <a:ext uri="{FF2B5EF4-FFF2-40B4-BE49-F238E27FC236}">
                <a16:creationId xmlns:a16="http://schemas.microsoft.com/office/drawing/2014/main" id="{14916FEE-2CA1-274A-AB9A-27AE550ED61F}"/>
              </a:ext>
            </a:extLst>
          </p:cNvPr>
          <p:cNvSpPr>
            <a:spLocks noGrp="1" noChangeArrowheads="1"/>
          </p:cNvSpPr>
          <p:nvPr>
            <p:ph type="title" hasCustomPrompt="1"/>
          </p:nvPr>
        </p:nvSpPr>
        <p:spPr bwMode="auto">
          <a:xfrm>
            <a:off x="360000" y="1620000"/>
            <a:ext cx="10800690" cy="81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90000"/>
              </a:lnSpc>
              <a:spcBef>
                <a:spcPct val="0"/>
              </a:spcBef>
              <a:spcAft>
                <a:spcPct val="0"/>
              </a:spcAft>
              <a:buClrTx/>
              <a:buSzTx/>
              <a:buFontTx/>
              <a:buNone/>
              <a:tabLst/>
              <a:defRPr/>
            </a:lvl1pPr>
          </a:lstStyle>
          <a:p>
            <a:pPr marL="0" marR="0" lvl="0" indent="0" algn="l" defTabSz="914400" rtl="0" eaLnBrk="1" fontAlgn="base" latinLnBrk="0" hangingPunct="1">
              <a:lnSpc>
                <a:spcPct val="90000"/>
              </a:lnSpc>
              <a:spcBef>
                <a:spcPct val="0"/>
              </a:spcBef>
              <a:spcAft>
                <a:spcPct val="0"/>
              </a:spcAft>
              <a:buClrTx/>
              <a:buSzTx/>
              <a:buFontTx/>
              <a:buNone/>
              <a:tabLst/>
              <a:defRPr/>
            </a:pPr>
            <a:r>
              <a:rPr lang="en-US" dirty="0"/>
              <a:t>Main headline, Arial 44pt bold</a:t>
            </a:r>
            <a:br>
              <a:rPr lang="en-US" dirty="0"/>
            </a:br>
            <a:endParaRPr lang="en-US" altLang="en-US" dirty="0"/>
          </a:p>
        </p:txBody>
      </p:sp>
      <p:sp>
        <p:nvSpPr>
          <p:cNvPr id="11" name="Picture " descr="Image">
            <a:extLst>
              <a:ext uri="{FF2B5EF4-FFF2-40B4-BE49-F238E27FC236}">
                <a16:creationId xmlns:a16="http://schemas.microsoft.com/office/drawing/2014/main" id="{7AAB61C2-2ECC-1549-9211-9297F9B818DB}"/>
              </a:ext>
            </a:extLst>
          </p:cNvPr>
          <p:cNvSpPr>
            <a:spLocks noGrp="1"/>
          </p:cNvSpPr>
          <p:nvPr>
            <p:ph type="pic" sz="quarter" idx="12" hasCustomPrompt="1"/>
          </p:nvPr>
        </p:nvSpPr>
        <p:spPr>
          <a:xfrm>
            <a:off x="0" y="2505456"/>
            <a:ext cx="12192000" cy="4352544"/>
          </a:xfrm>
          <a:ln>
            <a:noFill/>
          </a:ln>
        </p:spPr>
        <p:txBody>
          <a:bodyPr anchor="b" anchorCtr="0"/>
          <a:lstStyle>
            <a:lvl1pPr marL="11112" indent="0" algn="ctr">
              <a:buNone/>
              <a:defRPr sz="2400"/>
            </a:lvl1pPr>
          </a:lstStyle>
          <a:p>
            <a:r>
              <a:rPr lang="en-GB" dirty="0"/>
              <a:t>Click to add picture</a:t>
            </a:r>
            <a:br>
              <a:rPr lang="en-GB" dirty="0"/>
            </a:br>
            <a:endParaRPr lang="en-GB" dirty="0"/>
          </a:p>
          <a:p>
            <a:endParaRPr lang="en-US" dirty="0"/>
          </a:p>
          <a:p>
            <a:endParaRPr lang="en-US" dirty="0"/>
          </a:p>
          <a:p>
            <a:endParaRPr lang="en-US" dirty="0"/>
          </a:p>
        </p:txBody>
      </p:sp>
      <p:pic>
        <p:nvPicPr>
          <p:cNvPr id="4" name="UCL Branding">
            <a:extLst>
              <a:ext uri="{FF2B5EF4-FFF2-40B4-BE49-F238E27FC236}">
                <a16:creationId xmlns:a16="http://schemas.microsoft.com/office/drawing/2014/main" id="{362E845B-D111-D59E-A576-B2C25816A338}"/>
              </a:ext>
            </a:extLst>
          </p:cNvPr>
          <p:cNvPicPr>
            <a:picLocks noChangeAspect="1"/>
          </p:cNvPicPr>
          <p:nvPr userDrawn="1"/>
        </p:nvPicPr>
        <p:blipFill>
          <a:blip r:embed="rId2"/>
          <a:srcRect/>
          <a:stretch/>
        </p:blipFill>
        <p:spPr>
          <a:xfrm>
            <a:off x="-1" y="0"/>
            <a:ext cx="12193200" cy="1342371"/>
          </a:xfrm>
          <a:prstGeom prst="rect">
            <a:avLst/>
          </a:prstGeom>
        </p:spPr>
      </p:pic>
      <p:sp>
        <p:nvSpPr>
          <p:cNvPr id="5" name="Faculty, Department title">
            <a:extLst>
              <a:ext uri="{FF2B5EF4-FFF2-40B4-BE49-F238E27FC236}">
                <a16:creationId xmlns:a16="http://schemas.microsoft.com/office/drawing/2014/main" id="{5F98E82A-1584-B369-B448-5ECF3608D0ED}"/>
              </a:ext>
            </a:extLst>
          </p:cNvPr>
          <p:cNvSpPr>
            <a:spLocks noGrp="1"/>
          </p:cNvSpPr>
          <p:nvPr>
            <p:ph type="body" sz="quarter" idx="10" hasCustomPrompt="1"/>
          </p:nvPr>
        </p:nvSpPr>
        <p:spPr>
          <a:xfrm>
            <a:off x="360000" y="360000"/>
            <a:ext cx="5760000" cy="720000"/>
          </a:xfrm>
        </p:spPr>
        <p:txBody>
          <a:bodyPr/>
          <a:lstStyle>
            <a:lvl1pPr marL="11112" indent="0">
              <a:buNone/>
              <a:defRPr sz="1400" b="1" i="0" cap="none" baseline="0">
                <a:solidFill>
                  <a:srgbClr val="FFFFFF"/>
                </a:solidFill>
                <a:latin typeface="+mj-lt"/>
              </a:defRPr>
            </a:lvl1pPr>
          </a:lstStyle>
          <a:p>
            <a:pPr lvl="0"/>
            <a:r>
              <a:rPr lang="en-GB" dirty="0"/>
              <a:t>Faculty, Department</a:t>
            </a:r>
          </a:p>
          <a:p>
            <a:pPr lvl="0"/>
            <a:endParaRPr lang="en-GB" dirty="0"/>
          </a:p>
          <a:p>
            <a:pPr lvl="0"/>
            <a:endParaRPr lang="en-GB" dirty="0"/>
          </a:p>
        </p:txBody>
      </p:sp>
    </p:spTree>
    <p:extLst>
      <p:ext uri="{BB962C8B-B14F-4D97-AF65-F5344CB8AC3E}">
        <p14:creationId xmlns:p14="http://schemas.microsoft.com/office/powerpoint/2010/main" val="3232697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UCL Title - Double line - no image">
    <p:spTree>
      <p:nvGrpSpPr>
        <p:cNvPr id="1" name=""/>
        <p:cNvGrpSpPr/>
        <p:nvPr/>
      </p:nvGrpSpPr>
      <p:grpSpPr>
        <a:xfrm>
          <a:off x="0" y="0"/>
          <a:ext cx="0" cy="0"/>
          <a:chOff x="0" y="0"/>
          <a:chExt cx="0" cy="0"/>
        </a:xfrm>
      </p:grpSpPr>
      <p:sp>
        <p:nvSpPr>
          <p:cNvPr id="12" name="Background">
            <a:extLst>
              <a:ext uri="{FF2B5EF4-FFF2-40B4-BE49-F238E27FC236}">
                <a16:creationId xmlns:a16="http://schemas.microsoft.com/office/drawing/2014/main" id="{271759B8-0ABB-3643-884B-0A918443C549}"/>
              </a:ext>
            </a:extLst>
          </p:cNvPr>
          <p:cNvSpPr/>
          <p:nvPr userDrawn="1"/>
        </p:nvSpPr>
        <p:spPr>
          <a:xfrm>
            <a:off x="0" y="0"/>
            <a:ext cx="12192000" cy="142503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ckground">
            <a:extLst>
              <a:ext uri="{FF2B5EF4-FFF2-40B4-BE49-F238E27FC236}">
                <a16:creationId xmlns:a16="http://schemas.microsoft.com/office/drawing/2014/main" id="{8FD8CE85-9178-344E-BC9E-19B545ECA60C}"/>
              </a:ext>
              <a:ext uri="{C183D7F6-B498-43B3-948B-1728B52AA6E4}">
                <adec:decorative xmlns:adec="http://schemas.microsoft.com/office/drawing/2017/decorative" val="1"/>
              </a:ext>
            </a:extLst>
          </p:cNvPr>
          <p:cNvSpPr/>
          <p:nvPr/>
        </p:nvSpPr>
        <p:spPr>
          <a:xfrm>
            <a:off x="0" y="1440000"/>
            <a:ext cx="12192000" cy="1679261"/>
          </a:xfrm>
          <a:prstGeom prst="rect">
            <a:avLst/>
          </a:prstGeom>
          <a:solidFill>
            <a:srgbClr val="5007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Main Headline" descr="Headline">
            <a:extLst>
              <a:ext uri="{FF2B5EF4-FFF2-40B4-BE49-F238E27FC236}">
                <a16:creationId xmlns:a16="http://schemas.microsoft.com/office/drawing/2014/main" id="{0AFC6B55-24BD-7545-82A9-DD37164DF15B}"/>
              </a:ext>
            </a:extLst>
          </p:cNvPr>
          <p:cNvSpPr>
            <a:spLocks noGrp="1" noChangeArrowheads="1"/>
          </p:cNvSpPr>
          <p:nvPr>
            <p:ph type="title" hasCustomPrompt="1"/>
          </p:nvPr>
        </p:nvSpPr>
        <p:spPr bwMode="auto">
          <a:xfrm>
            <a:off x="360000" y="1620000"/>
            <a:ext cx="10800690" cy="13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90000"/>
              </a:lnSpc>
              <a:spcBef>
                <a:spcPct val="0"/>
              </a:spcBef>
              <a:spcAft>
                <a:spcPct val="0"/>
              </a:spcAft>
              <a:buClrTx/>
              <a:buSzTx/>
              <a:buFontTx/>
              <a:buNone/>
              <a:tabLst/>
              <a:defRPr>
                <a:solidFill>
                  <a:schemeClr val="bg1"/>
                </a:solidFill>
              </a:defRPr>
            </a:lvl1pPr>
          </a:lstStyle>
          <a:p>
            <a:pPr marL="0" marR="0" lvl="0" indent="0" algn="l" defTabSz="914400" rtl="0" eaLnBrk="1" fontAlgn="base" latinLnBrk="0" hangingPunct="1">
              <a:lnSpc>
                <a:spcPct val="90000"/>
              </a:lnSpc>
              <a:spcBef>
                <a:spcPct val="0"/>
              </a:spcBef>
              <a:spcAft>
                <a:spcPct val="0"/>
              </a:spcAft>
              <a:buClrTx/>
              <a:buSzTx/>
              <a:buFontTx/>
              <a:buNone/>
              <a:tabLst/>
              <a:defRPr/>
            </a:pPr>
            <a:r>
              <a:rPr lang="en-US" dirty="0"/>
              <a:t>Main headline, Arial 44pt bold</a:t>
            </a:r>
            <a:br>
              <a:rPr lang="en-US" dirty="0"/>
            </a:br>
            <a:endParaRPr lang="en-US" altLang="en-US" dirty="0"/>
          </a:p>
        </p:txBody>
      </p:sp>
      <p:sp>
        <p:nvSpPr>
          <p:cNvPr id="10" name="Sub Heading" descr="Sub heading">
            <a:extLst>
              <a:ext uri="{FF2B5EF4-FFF2-40B4-BE49-F238E27FC236}">
                <a16:creationId xmlns:a16="http://schemas.microsoft.com/office/drawing/2014/main" id="{790EF792-5BFA-7942-944E-20B5F5BA61DD}"/>
              </a:ext>
            </a:extLst>
          </p:cNvPr>
          <p:cNvSpPr>
            <a:spLocks noGrp="1"/>
          </p:cNvSpPr>
          <p:nvPr>
            <p:ph type="body" sz="quarter" idx="11"/>
          </p:nvPr>
        </p:nvSpPr>
        <p:spPr>
          <a:xfrm>
            <a:off x="359999" y="3420000"/>
            <a:ext cx="9000000" cy="19080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a:lvl1pPr>
          </a:lstStyle>
          <a:p>
            <a:pPr lvl="0"/>
            <a:r>
              <a:rPr lang="en-US"/>
              <a:t>Edit Master text styles</a:t>
            </a:r>
          </a:p>
        </p:txBody>
      </p:sp>
      <p:pic>
        <p:nvPicPr>
          <p:cNvPr id="4" name="UCL Branding">
            <a:extLst>
              <a:ext uri="{FF2B5EF4-FFF2-40B4-BE49-F238E27FC236}">
                <a16:creationId xmlns:a16="http://schemas.microsoft.com/office/drawing/2014/main" id="{07BCF40B-8328-7694-9747-3F22F8A8181A}"/>
              </a:ext>
            </a:extLst>
          </p:cNvPr>
          <p:cNvPicPr>
            <a:picLocks noChangeAspect="1"/>
          </p:cNvPicPr>
          <p:nvPr userDrawn="1"/>
        </p:nvPicPr>
        <p:blipFill>
          <a:blip r:embed="rId2"/>
          <a:srcRect/>
          <a:stretch/>
        </p:blipFill>
        <p:spPr>
          <a:xfrm>
            <a:off x="-1" y="0"/>
            <a:ext cx="12193200" cy="1342371"/>
          </a:xfrm>
          <a:prstGeom prst="rect">
            <a:avLst/>
          </a:prstGeom>
        </p:spPr>
      </p:pic>
      <p:sp>
        <p:nvSpPr>
          <p:cNvPr id="5" name="Faculty, Department title">
            <a:extLst>
              <a:ext uri="{FF2B5EF4-FFF2-40B4-BE49-F238E27FC236}">
                <a16:creationId xmlns:a16="http://schemas.microsoft.com/office/drawing/2014/main" id="{20F85C6E-D706-4E2F-1E1D-0B94DB294C26}"/>
              </a:ext>
            </a:extLst>
          </p:cNvPr>
          <p:cNvSpPr>
            <a:spLocks noGrp="1"/>
          </p:cNvSpPr>
          <p:nvPr>
            <p:ph type="body" sz="quarter" idx="10" hasCustomPrompt="1"/>
          </p:nvPr>
        </p:nvSpPr>
        <p:spPr>
          <a:xfrm>
            <a:off x="360000" y="360000"/>
            <a:ext cx="5760000" cy="720000"/>
          </a:xfrm>
        </p:spPr>
        <p:txBody>
          <a:bodyPr/>
          <a:lstStyle>
            <a:lvl1pPr marL="11112" indent="0">
              <a:buNone/>
              <a:defRPr sz="1400" b="1" i="0" cap="none" baseline="0">
                <a:solidFill>
                  <a:srgbClr val="FFFFFF"/>
                </a:solidFill>
                <a:latin typeface="+mj-lt"/>
              </a:defRPr>
            </a:lvl1pPr>
          </a:lstStyle>
          <a:p>
            <a:pPr lvl="0"/>
            <a:r>
              <a:rPr lang="en-GB" dirty="0"/>
              <a:t>Faculty, Department</a:t>
            </a:r>
          </a:p>
          <a:p>
            <a:pPr lvl="0"/>
            <a:endParaRPr lang="en-GB" dirty="0"/>
          </a:p>
          <a:p>
            <a:pPr lvl="0"/>
            <a:endParaRPr lang="en-GB" dirty="0"/>
          </a:p>
        </p:txBody>
      </p:sp>
    </p:spTree>
    <p:extLst>
      <p:ext uri="{BB962C8B-B14F-4D97-AF65-F5344CB8AC3E}">
        <p14:creationId xmlns:p14="http://schemas.microsoft.com/office/powerpoint/2010/main" val="1326255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UCL Title  - Double line - half image">
    <p:spTree>
      <p:nvGrpSpPr>
        <p:cNvPr id="1" name=""/>
        <p:cNvGrpSpPr/>
        <p:nvPr/>
      </p:nvGrpSpPr>
      <p:grpSpPr>
        <a:xfrm>
          <a:off x="0" y="0"/>
          <a:ext cx="0" cy="0"/>
          <a:chOff x="0" y="0"/>
          <a:chExt cx="0" cy="0"/>
        </a:xfrm>
      </p:grpSpPr>
      <p:sp>
        <p:nvSpPr>
          <p:cNvPr id="13" name="Background">
            <a:extLst>
              <a:ext uri="{FF2B5EF4-FFF2-40B4-BE49-F238E27FC236}">
                <a16:creationId xmlns:a16="http://schemas.microsoft.com/office/drawing/2014/main" id="{59606069-DCB2-E341-97E0-98600856E2E5}"/>
              </a:ext>
            </a:extLst>
          </p:cNvPr>
          <p:cNvSpPr/>
          <p:nvPr userDrawn="1"/>
        </p:nvSpPr>
        <p:spPr>
          <a:xfrm>
            <a:off x="0" y="0"/>
            <a:ext cx="12192000" cy="142503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descr="Image">
            <a:extLst>
              <a:ext uri="{FF2B5EF4-FFF2-40B4-BE49-F238E27FC236}">
                <a16:creationId xmlns:a16="http://schemas.microsoft.com/office/drawing/2014/main" id="{A724F846-9E16-0743-9A5C-ED2946248F5A}"/>
              </a:ext>
            </a:extLst>
          </p:cNvPr>
          <p:cNvSpPr>
            <a:spLocks noGrp="1"/>
          </p:cNvSpPr>
          <p:nvPr>
            <p:ph type="pic" sz="quarter" idx="12" hasCustomPrompt="1"/>
          </p:nvPr>
        </p:nvSpPr>
        <p:spPr>
          <a:xfrm>
            <a:off x="0" y="1436914"/>
            <a:ext cx="12192000" cy="1682804"/>
          </a:xfrm>
          <a:ln>
            <a:noFill/>
          </a:ln>
        </p:spPr>
        <p:txBody>
          <a:bodyPr anchor="b" anchorCtr="0"/>
          <a:lstStyle>
            <a:lvl1pPr marL="11112" indent="0" algn="ctr">
              <a:buNone/>
              <a:defRPr sz="2400"/>
            </a:lvl1pPr>
          </a:lstStyle>
          <a:p>
            <a:r>
              <a:rPr lang="en-GB" dirty="0"/>
              <a:t>Click to add picture</a:t>
            </a:r>
            <a:br>
              <a:rPr lang="en-GB" dirty="0"/>
            </a:br>
            <a:endParaRPr lang="en-GB" dirty="0"/>
          </a:p>
        </p:txBody>
      </p:sp>
      <p:sp>
        <p:nvSpPr>
          <p:cNvPr id="2" name="Background">
            <a:extLst>
              <a:ext uri="{FF2B5EF4-FFF2-40B4-BE49-F238E27FC236}">
                <a16:creationId xmlns:a16="http://schemas.microsoft.com/office/drawing/2014/main" id="{8FD8CE85-9178-344E-BC9E-19B545ECA60C}"/>
              </a:ext>
              <a:ext uri="{C183D7F6-B498-43B3-948B-1728B52AA6E4}">
                <adec:decorative xmlns:adec="http://schemas.microsoft.com/office/drawing/2017/decorative" val="1"/>
              </a:ext>
            </a:extLst>
          </p:cNvPr>
          <p:cNvSpPr/>
          <p:nvPr/>
        </p:nvSpPr>
        <p:spPr>
          <a:xfrm flipV="1">
            <a:off x="0" y="3122579"/>
            <a:ext cx="12192000" cy="3735421"/>
          </a:xfrm>
          <a:prstGeom prst="rect">
            <a:avLst/>
          </a:prstGeom>
          <a:solidFill>
            <a:srgbClr val="5007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Main Headline" descr="Headline">
            <a:extLst>
              <a:ext uri="{FF2B5EF4-FFF2-40B4-BE49-F238E27FC236}">
                <a16:creationId xmlns:a16="http://schemas.microsoft.com/office/drawing/2014/main" id="{F393605F-7BBC-284E-8DAE-0B5B84113824}"/>
              </a:ext>
            </a:extLst>
          </p:cNvPr>
          <p:cNvSpPr>
            <a:spLocks noGrp="1" noChangeArrowheads="1"/>
          </p:cNvSpPr>
          <p:nvPr>
            <p:ph type="title" hasCustomPrompt="1"/>
          </p:nvPr>
        </p:nvSpPr>
        <p:spPr bwMode="auto">
          <a:xfrm>
            <a:off x="360000" y="3470479"/>
            <a:ext cx="10800690" cy="13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90000"/>
              </a:lnSpc>
              <a:spcBef>
                <a:spcPct val="0"/>
              </a:spcBef>
              <a:spcAft>
                <a:spcPct val="0"/>
              </a:spcAft>
              <a:buClrTx/>
              <a:buSzTx/>
              <a:buFontTx/>
              <a:buNone/>
              <a:tabLst/>
              <a:defRPr>
                <a:solidFill>
                  <a:schemeClr val="bg1"/>
                </a:solidFill>
              </a:defRPr>
            </a:lvl1pPr>
          </a:lstStyle>
          <a:p>
            <a:pPr marL="0" marR="0" lvl="0" indent="0" algn="l" defTabSz="914400" rtl="0" eaLnBrk="1" fontAlgn="base" latinLnBrk="0" hangingPunct="1">
              <a:lnSpc>
                <a:spcPct val="90000"/>
              </a:lnSpc>
              <a:spcBef>
                <a:spcPct val="0"/>
              </a:spcBef>
              <a:spcAft>
                <a:spcPct val="0"/>
              </a:spcAft>
              <a:buClrTx/>
              <a:buSzTx/>
              <a:buFontTx/>
              <a:buNone/>
              <a:tabLst/>
              <a:defRPr/>
            </a:pPr>
            <a:r>
              <a:rPr lang="en-US" dirty="0"/>
              <a:t>Main headline, Arial 44pt bold</a:t>
            </a:r>
            <a:br>
              <a:rPr lang="en-US" dirty="0"/>
            </a:br>
            <a:endParaRPr lang="en-US" altLang="en-US" dirty="0"/>
          </a:p>
        </p:txBody>
      </p:sp>
      <p:sp>
        <p:nvSpPr>
          <p:cNvPr id="10" name="Sub Heading" descr="Sub heading">
            <a:extLst>
              <a:ext uri="{FF2B5EF4-FFF2-40B4-BE49-F238E27FC236}">
                <a16:creationId xmlns:a16="http://schemas.microsoft.com/office/drawing/2014/main" id="{790EF792-5BFA-7942-944E-20B5F5BA61DD}"/>
              </a:ext>
            </a:extLst>
          </p:cNvPr>
          <p:cNvSpPr>
            <a:spLocks noGrp="1"/>
          </p:cNvSpPr>
          <p:nvPr>
            <p:ph type="body" sz="quarter" idx="11"/>
          </p:nvPr>
        </p:nvSpPr>
        <p:spPr>
          <a:xfrm>
            <a:off x="359999" y="4950000"/>
            <a:ext cx="9000000" cy="19080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a:solidFill>
                  <a:schemeClr val="bg1"/>
                </a:solidFill>
              </a:defRPr>
            </a:lvl1pPr>
          </a:lstStyle>
          <a:p>
            <a:pPr lvl="0"/>
            <a:r>
              <a:rPr lang="en-US" dirty="0"/>
              <a:t>Edit Master text styles</a:t>
            </a:r>
          </a:p>
        </p:txBody>
      </p:sp>
      <p:pic>
        <p:nvPicPr>
          <p:cNvPr id="4" name="UCL Branding">
            <a:extLst>
              <a:ext uri="{FF2B5EF4-FFF2-40B4-BE49-F238E27FC236}">
                <a16:creationId xmlns:a16="http://schemas.microsoft.com/office/drawing/2014/main" id="{F1601990-086A-3194-6332-04D66FCC8A0F}"/>
              </a:ext>
            </a:extLst>
          </p:cNvPr>
          <p:cNvPicPr>
            <a:picLocks noChangeAspect="1"/>
          </p:cNvPicPr>
          <p:nvPr userDrawn="1"/>
        </p:nvPicPr>
        <p:blipFill>
          <a:blip r:embed="rId2"/>
          <a:srcRect/>
          <a:stretch/>
        </p:blipFill>
        <p:spPr>
          <a:xfrm>
            <a:off x="-1" y="0"/>
            <a:ext cx="12193200" cy="1342371"/>
          </a:xfrm>
          <a:prstGeom prst="rect">
            <a:avLst/>
          </a:prstGeom>
        </p:spPr>
      </p:pic>
      <p:sp>
        <p:nvSpPr>
          <p:cNvPr id="5" name="Faculty, Department title">
            <a:extLst>
              <a:ext uri="{FF2B5EF4-FFF2-40B4-BE49-F238E27FC236}">
                <a16:creationId xmlns:a16="http://schemas.microsoft.com/office/drawing/2014/main" id="{0198F25C-CB3B-40E5-789C-887736C98D01}"/>
              </a:ext>
            </a:extLst>
          </p:cNvPr>
          <p:cNvSpPr>
            <a:spLocks noGrp="1"/>
          </p:cNvSpPr>
          <p:nvPr>
            <p:ph type="body" sz="quarter" idx="10" hasCustomPrompt="1"/>
          </p:nvPr>
        </p:nvSpPr>
        <p:spPr>
          <a:xfrm>
            <a:off x="360000" y="360000"/>
            <a:ext cx="5760000" cy="720000"/>
          </a:xfrm>
        </p:spPr>
        <p:txBody>
          <a:bodyPr/>
          <a:lstStyle>
            <a:lvl1pPr marL="11112" indent="0">
              <a:buNone/>
              <a:defRPr sz="1400" b="1" i="0" cap="none" baseline="0">
                <a:solidFill>
                  <a:srgbClr val="FFFFFF"/>
                </a:solidFill>
                <a:latin typeface="+mj-lt"/>
              </a:defRPr>
            </a:lvl1pPr>
          </a:lstStyle>
          <a:p>
            <a:pPr lvl="0"/>
            <a:r>
              <a:rPr lang="en-GB" dirty="0"/>
              <a:t>Faculty, Department</a:t>
            </a:r>
          </a:p>
          <a:p>
            <a:pPr lvl="0"/>
            <a:endParaRPr lang="en-GB" dirty="0"/>
          </a:p>
          <a:p>
            <a:pPr lvl="0"/>
            <a:endParaRPr lang="en-GB" dirty="0"/>
          </a:p>
        </p:txBody>
      </p:sp>
    </p:spTree>
    <p:extLst>
      <p:ext uri="{BB962C8B-B14F-4D97-AF65-F5344CB8AC3E}">
        <p14:creationId xmlns:p14="http://schemas.microsoft.com/office/powerpoint/2010/main" val="3842271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 - section start 1">
    <p:spTree>
      <p:nvGrpSpPr>
        <p:cNvPr id="1" name=""/>
        <p:cNvGrpSpPr/>
        <p:nvPr/>
      </p:nvGrpSpPr>
      <p:grpSpPr>
        <a:xfrm>
          <a:off x="0" y="0"/>
          <a:ext cx="0" cy="0"/>
          <a:chOff x="0" y="0"/>
          <a:chExt cx="0" cy="0"/>
        </a:xfrm>
      </p:grpSpPr>
      <p:sp>
        <p:nvSpPr>
          <p:cNvPr id="6" name="Main Headline" descr="Headline">
            <a:extLst>
              <a:ext uri="{FF2B5EF4-FFF2-40B4-BE49-F238E27FC236}">
                <a16:creationId xmlns:a16="http://schemas.microsoft.com/office/drawing/2014/main" id="{F833FB40-EB53-5843-98C6-9C72F5A14103}"/>
              </a:ext>
            </a:extLst>
          </p:cNvPr>
          <p:cNvSpPr>
            <a:spLocks noGrp="1"/>
          </p:cNvSpPr>
          <p:nvPr>
            <p:ph type="title" hasCustomPrompt="1"/>
          </p:nvPr>
        </p:nvSpPr>
        <p:spPr>
          <a:xfrm>
            <a:off x="-2" y="1008000"/>
            <a:ext cx="10080000" cy="2880000"/>
          </a:xfrm>
          <a:solidFill>
            <a:srgbClr val="FFFFFF"/>
          </a:solidFill>
        </p:spPr>
        <p:txBody>
          <a:bodyPr lIns="360000" tIns="180000"/>
          <a:lstStyle>
            <a:lvl1pPr>
              <a:defRPr baseline="0">
                <a:solidFill>
                  <a:srgbClr val="000000"/>
                </a:solidFill>
              </a:defRPr>
            </a:lvl1pPr>
          </a:lstStyle>
          <a:p>
            <a:r>
              <a:rPr lang="en-US" dirty="0"/>
              <a:t>Main headline, Arial 44pt bold</a:t>
            </a:r>
          </a:p>
        </p:txBody>
      </p:sp>
      <p:sp>
        <p:nvSpPr>
          <p:cNvPr id="11" name="Sub Heading" descr="Sub heading">
            <a:extLst>
              <a:ext uri="{FF2B5EF4-FFF2-40B4-BE49-F238E27FC236}">
                <a16:creationId xmlns:a16="http://schemas.microsoft.com/office/drawing/2014/main" id="{169F44E5-11A5-074E-ADAE-05ACB4110AED}"/>
              </a:ext>
            </a:extLst>
          </p:cNvPr>
          <p:cNvSpPr>
            <a:spLocks noGrp="1"/>
          </p:cNvSpPr>
          <p:nvPr>
            <p:ph type="body" sz="quarter" idx="15" hasCustomPrompt="1"/>
          </p:nvPr>
        </p:nvSpPr>
        <p:spPr>
          <a:xfrm>
            <a:off x="359228" y="2308225"/>
            <a:ext cx="8719457" cy="1447800"/>
          </a:xfrm>
        </p:spPr>
        <p:txBody>
          <a:bodyPr/>
          <a:lstStyle>
            <a:lvl1pPr marL="11112" indent="0">
              <a:buNone/>
              <a:defRPr>
                <a:solidFill>
                  <a:srgbClr val="000000"/>
                </a:solidFill>
              </a:defRPr>
            </a:lvl1pPr>
          </a:lstStyle>
          <a:p>
            <a:pPr lvl="0"/>
            <a:r>
              <a:rPr lang="en-GB" dirty="0"/>
              <a:t>Large text size, Arial 36 point</a:t>
            </a:r>
          </a:p>
        </p:txBody>
      </p:sp>
      <p:sp>
        <p:nvSpPr>
          <p:cNvPr id="3" name="Text" descr="Main text">
            <a:extLst>
              <a:ext uri="{FF2B5EF4-FFF2-40B4-BE49-F238E27FC236}">
                <a16:creationId xmlns:a16="http://schemas.microsoft.com/office/drawing/2014/main" id="{2EF862B8-1DA8-F84D-B71C-ED32E4C1E65F}"/>
              </a:ext>
            </a:extLst>
          </p:cNvPr>
          <p:cNvSpPr>
            <a:spLocks noGrp="1"/>
          </p:cNvSpPr>
          <p:nvPr>
            <p:ph type="body" sz="quarter" idx="13"/>
          </p:nvPr>
        </p:nvSpPr>
        <p:spPr>
          <a:xfrm>
            <a:off x="360000" y="4176077"/>
            <a:ext cx="5400000" cy="1483200"/>
          </a:xfrm>
        </p:spPr>
        <p:txBody>
          <a:bodyPr/>
          <a:lstStyle>
            <a:lvl1pPr marL="225425" indent="-215900">
              <a:buFont typeface="Arial" panose="020B0604020202020204" pitchFamily="34" charset="0"/>
              <a:buChar char="•"/>
              <a:tabLst/>
              <a:defRPr sz="2400"/>
            </a:lvl1pPr>
          </a:lstStyle>
          <a:p>
            <a:pPr lvl="0"/>
            <a:r>
              <a:rPr lang="en-US" sz="2400">
                <a:latin typeface="Arial" panose="020B0604020202020204" pitchFamily="34" charset="0"/>
                <a:cs typeface="Arial" panose="020B0604020202020204" pitchFamily="34" charset="0"/>
              </a:rPr>
              <a:t>Edit Master text styles</a:t>
            </a:r>
          </a:p>
        </p:txBody>
      </p:sp>
      <p:sp>
        <p:nvSpPr>
          <p:cNvPr id="10" name="Text" descr="Main text">
            <a:extLst>
              <a:ext uri="{FF2B5EF4-FFF2-40B4-BE49-F238E27FC236}">
                <a16:creationId xmlns:a16="http://schemas.microsoft.com/office/drawing/2014/main" id="{C2A66C45-730D-F54A-A6B0-8A42E75C38AD}"/>
              </a:ext>
            </a:extLst>
          </p:cNvPr>
          <p:cNvSpPr>
            <a:spLocks noGrp="1"/>
          </p:cNvSpPr>
          <p:nvPr>
            <p:ph type="body" sz="quarter" idx="14"/>
          </p:nvPr>
        </p:nvSpPr>
        <p:spPr>
          <a:xfrm>
            <a:off x="5940000" y="4176077"/>
            <a:ext cx="5400000" cy="1483200"/>
          </a:xfrm>
        </p:spPr>
        <p:txBody>
          <a:bodyPr/>
          <a:lstStyle>
            <a:lvl1pPr marL="180975" marR="0" indent="-180975"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sz="1800" baseline="0"/>
            </a:lvl1pPr>
          </a:lstStyle>
          <a:p>
            <a:pPr marL="285750" marR="0" lvl="0" indent="-285750" algn="l" defTabSz="914400" rtl="0" eaLnBrk="1" fontAlgn="base" latinLnBrk="0" hangingPunct="1">
              <a:lnSpc>
                <a:spcPct val="90000"/>
              </a:lnSpc>
              <a:spcBef>
                <a:spcPts val="1000"/>
              </a:spcBef>
              <a:spcAft>
                <a:spcPct val="0"/>
              </a:spcAft>
              <a:buClrTx/>
              <a:buSzTx/>
              <a:tabLst/>
              <a:defRPr/>
            </a:pPr>
            <a:r>
              <a:rPr lang="en-US">
                <a:latin typeface="Arial" panose="020B0604020202020204" pitchFamily="34" charset="0"/>
                <a:cs typeface="Arial" panose="020B0604020202020204" pitchFamily="34" charset="0"/>
              </a:rPr>
              <a:t>Edit Master text styles</a:t>
            </a:r>
          </a:p>
        </p:txBody>
      </p:sp>
    </p:spTree>
    <p:extLst>
      <p:ext uri="{BB962C8B-B14F-4D97-AF65-F5344CB8AC3E}">
        <p14:creationId xmlns:p14="http://schemas.microsoft.com/office/powerpoint/2010/main" val="1449912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vider - section start 2">
    <p:spTree>
      <p:nvGrpSpPr>
        <p:cNvPr id="1" name=""/>
        <p:cNvGrpSpPr/>
        <p:nvPr/>
      </p:nvGrpSpPr>
      <p:grpSpPr>
        <a:xfrm>
          <a:off x="0" y="0"/>
          <a:ext cx="0" cy="0"/>
          <a:chOff x="0" y="0"/>
          <a:chExt cx="0" cy="0"/>
        </a:xfrm>
      </p:grpSpPr>
      <p:sp>
        <p:nvSpPr>
          <p:cNvPr id="6" name="Main Headline" descr="Headline">
            <a:extLst>
              <a:ext uri="{FF2B5EF4-FFF2-40B4-BE49-F238E27FC236}">
                <a16:creationId xmlns:a16="http://schemas.microsoft.com/office/drawing/2014/main" id="{F833FB40-EB53-5843-98C6-9C72F5A14103}"/>
              </a:ext>
            </a:extLst>
          </p:cNvPr>
          <p:cNvSpPr>
            <a:spLocks noGrp="1"/>
          </p:cNvSpPr>
          <p:nvPr>
            <p:ph type="title" hasCustomPrompt="1"/>
          </p:nvPr>
        </p:nvSpPr>
        <p:spPr>
          <a:xfrm>
            <a:off x="-2" y="1008000"/>
            <a:ext cx="10080000" cy="2880000"/>
          </a:xfrm>
          <a:solidFill>
            <a:srgbClr val="500777"/>
          </a:solidFill>
        </p:spPr>
        <p:txBody>
          <a:bodyPr lIns="360000" tIns="180000"/>
          <a:lstStyle>
            <a:lvl1pPr>
              <a:defRPr baseline="0">
                <a:solidFill>
                  <a:schemeClr val="bg1"/>
                </a:solidFill>
              </a:defRPr>
            </a:lvl1pPr>
          </a:lstStyle>
          <a:p>
            <a:r>
              <a:rPr lang="en-US" dirty="0"/>
              <a:t>Main headline, Arial 44pt bold</a:t>
            </a:r>
          </a:p>
        </p:txBody>
      </p:sp>
      <p:sp>
        <p:nvSpPr>
          <p:cNvPr id="4" name="Sub Heading">
            <a:extLst>
              <a:ext uri="{FF2B5EF4-FFF2-40B4-BE49-F238E27FC236}">
                <a16:creationId xmlns:a16="http://schemas.microsoft.com/office/drawing/2014/main" id="{7EFF5C86-B7E9-E24F-A032-A4DF63C9C46C}"/>
              </a:ext>
            </a:extLst>
          </p:cNvPr>
          <p:cNvSpPr>
            <a:spLocks noGrp="1"/>
          </p:cNvSpPr>
          <p:nvPr>
            <p:ph type="body" sz="quarter" idx="15"/>
          </p:nvPr>
        </p:nvSpPr>
        <p:spPr>
          <a:xfrm>
            <a:off x="359228" y="2308225"/>
            <a:ext cx="8719457" cy="1447800"/>
          </a:xfrm>
        </p:spPr>
        <p:txBody>
          <a:bodyPr/>
          <a:lstStyle>
            <a:lvl1pPr marL="11112" indent="0">
              <a:buNone/>
              <a:defRPr>
                <a:solidFill>
                  <a:srgbClr val="FFFFFF"/>
                </a:solidFill>
              </a:defRPr>
            </a:lvl1pPr>
          </a:lstStyle>
          <a:p>
            <a:pPr lvl="0"/>
            <a:r>
              <a:rPr lang="en-US"/>
              <a:t>Edit Master text styles</a:t>
            </a:r>
          </a:p>
        </p:txBody>
      </p:sp>
      <p:sp>
        <p:nvSpPr>
          <p:cNvPr id="3" name="Text" descr="Main text">
            <a:extLst>
              <a:ext uri="{FF2B5EF4-FFF2-40B4-BE49-F238E27FC236}">
                <a16:creationId xmlns:a16="http://schemas.microsoft.com/office/drawing/2014/main" id="{2EF862B8-1DA8-F84D-B71C-ED32E4C1E65F}"/>
              </a:ext>
            </a:extLst>
          </p:cNvPr>
          <p:cNvSpPr>
            <a:spLocks noGrp="1"/>
          </p:cNvSpPr>
          <p:nvPr>
            <p:ph type="body" sz="quarter" idx="13"/>
          </p:nvPr>
        </p:nvSpPr>
        <p:spPr>
          <a:xfrm>
            <a:off x="360000" y="4176077"/>
            <a:ext cx="5400000" cy="1483200"/>
          </a:xfrm>
        </p:spPr>
        <p:txBody>
          <a:bodyPr/>
          <a:lstStyle>
            <a:lvl1pPr marL="11112" indent="0">
              <a:buNone/>
              <a:defRPr sz="2400"/>
            </a:lvl1pPr>
          </a:lstStyle>
          <a:p>
            <a:pPr lvl="0"/>
            <a:r>
              <a:rPr lang="en-US" sz="2400">
                <a:latin typeface="Arial" panose="020B0604020202020204" pitchFamily="34" charset="0"/>
                <a:cs typeface="Arial" panose="020B0604020202020204" pitchFamily="34" charset="0"/>
              </a:rPr>
              <a:t>Edit Master text styles</a:t>
            </a:r>
          </a:p>
        </p:txBody>
      </p:sp>
      <p:sp>
        <p:nvSpPr>
          <p:cNvPr id="10" name="Text" descr="Main text">
            <a:extLst>
              <a:ext uri="{FF2B5EF4-FFF2-40B4-BE49-F238E27FC236}">
                <a16:creationId xmlns:a16="http://schemas.microsoft.com/office/drawing/2014/main" id="{C2A66C45-730D-F54A-A6B0-8A42E75C38AD}"/>
              </a:ext>
            </a:extLst>
          </p:cNvPr>
          <p:cNvSpPr>
            <a:spLocks noGrp="1"/>
          </p:cNvSpPr>
          <p:nvPr>
            <p:ph type="body" sz="quarter" idx="14"/>
          </p:nvPr>
        </p:nvSpPr>
        <p:spPr>
          <a:xfrm>
            <a:off x="5940000" y="4176077"/>
            <a:ext cx="5400000" cy="1483200"/>
          </a:xfrm>
        </p:spPr>
        <p:txBody>
          <a:bodyPr/>
          <a:lstStyle>
            <a:lvl1pPr marL="0" marR="0" indent="0" algn="l" defTabSz="914400" rtl="0" eaLnBrk="1" fontAlgn="base" latinLnBrk="0" hangingPunct="1">
              <a:lnSpc>
                <a:spcPct val="90000"/>
              </a:lnSpc>
              <a:spcBef>
                <a:spcPts val="1000"/>
              </a:spcBef>
              <a:spcAft>
                <a:spcPct val="0"/>
              </a:spcAft>
              <a:buClrTx/>
              <a:buSzTx/>
              <a:buFontTx/>
              <a:buNone/>
              <a:tabLst/>
              <a:defRPr sz="1800" baseline="0"/>
            </a:lvl1pPr>
          </a:lstStyle>
          <a:p>
            <a:pPr marL="0" marR="0" lvl="0" indent="0" algn="l" defTabSz="914400" rtl="0" eaLnBrk="1" fontAlgn="base" latinLnBrk="0" hangingPunct="1">
              <a:lnSpc>
                <a:spcPct val="90000"/>
              </a:lnSpc>
              <a:spcBef>
                <a:spcPts val="1000"/>
              </a:spcBef>
              <a:spcAft>
                <a:spcPct val="0"/>
              </a:spcAft>
              <a:buClrTx/>
              <a:buSzTx/>
              <a:buFontTx/>
              <a:buNone/>
              <a:tabLst/>
              <a:defRPr/>
            </a:pPr>
            <a:r>
              <a:rPr lang="en-US">
                <a:latin typeface="Arial" panose="020B0604020202020204" pitchFamily="34" charset="0"/>
                <a:cs typeface="Arial" panose="020B0604020202020204" pitchFamily="34" charset="0"/>
              </a:rPr>
              <a:t>Edit Master text styles</a:t>
            </a:r>
          </a:p>
        </p:txBody>
      </p:sp>
    </p:spTree>
    <p:extLst>
      <p:ext uri="{BB962C8B-B14F-4D97-AF65-F5344CB8AC3E}">
        <p14:creationId xmlns:p14="http://schemas.microsoft.com/office/powerpoint/2010/main" val="2141977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Divider - section start 2">
    <p:spTree>
      <p:nvGrpSpPr>
        <p:cNvPr id="1" name=""/>
        <p:cNvGrpSpPr/>
        <p:nvPr/>
      </p:nvGrpSpPr>
      <p:grpSpPr>
        <a:xfrm>
          <a:off x="0" y="0"/>
          <a:ext cx="0" cy="0"/>
          <a:chOff x="0" y="0"/>
          <a:chExt cx="0" cy="0"/>
        </a:xfrm>
      </p:grpSpPr>
      <p:sp>
        <p:nvSpPr>
          <p:cNvPr id="7" name="Picture">
            <a:extLst>
              <a:ext uri="{FF2B5EF4-FFF2-40B4-BE49-F238E27FC236}">
                <a16:creationId xmlns:a16="http://schemas.microsoft.com/office/drawing/2014/main" id="{F9ECF375-EFC6-8846-9FEE-E3BEC7506D85}"/>
              </a:ext>
            </a:extLst>
          </p:cNvPr>
          <p:cNvSpPr>
            <a:spLocks noGrp="1"/>
          </p:cNvSpPr>
          <p:nvPr>
            <p:ph type="pic" sz="quarter" idx="12" hasCustomPrompt="1"/>
          </p:nvPr>
        </p:nvSpPr>
        <p:spPr>
          <a:xfrm>
            <a:off x="356616" y="900000"/>
            <a:ext cx="7534656" cy="5448518"/>
          </a:xfrm>
          <a:solidFill>
            <a:srgbClr val="FFFFFF"/>
          </a:solidFill>
          <a:ln>
            <a:noFill/>
          </a:ln>
        </p:spPr>
        <p:txBody>
          <a:bodyPr anchor="b" anchorCtr="0"/>
          <a:lstStyle>
            <a:lvl1pPr marL="11112" indent="0" algn="ctr">
              <a:buNone/>
              <a:defRPr sz="2400"/>
            </a:lvl1pPr>
          </a:lstStyle>
          <a:p>
            <a:r>
              <a:rPr lang="en-GB" dirty="0"/>
              <a:t>Click to add picture</a:t>
            </a:r>
            <a:br>
              <a:rPr lang="en-GB" dirty="0"/>
            </a:br>
            <a:endParaRPr lang="en-GB" dirty="0"/>
          </a:p>
        </p:txBody>
      </p:sp>
      <p:sp>
        <p:nvSpPr>
          <p:cNvPr id="6" name="Main Headline" descr="Headline">
            <a:extLst>
              <a:ext uri="{FF2B5EF4-FFF2-40B4-BE49-F238E27FC236}">
                <a16:creationId xmlns:a16="http://schemas.microsoft.com/office/drawing/2014/main" id="{F833FB40-EB53-5843-98C6-9C72F5A14103}"/>
              </a:ext>
            </a:extLst>
          </p:cNvPr>
          <p:cNvSpPr>
            <a:spLocks noGrp="1"/>
          </p:cNvSpPr>
          <p:nvPr>
            <p:ph type="title" hasCustomPrompt="1"/>
          </p:nvPr>
        </p:nvSpPr>
        <p:spPr>
          <a:xfrm>
            <a:off x="-2" y="1440000"/>
            <a:ext cx="6480000" cy="2880000"/>
          </a:xfrm>
          <a:solidFill>
            <a:schemeClr val="bg1"/>
          </a:solidFill>
        </p:spPr>
        <p:txBody>
          <a:bodyPr lIns="360000" tIns="180000"/>
          <a:lstStyle>
            <a:lvl1pPr>
              <a:defRPr baseline="0">
                <a:solidFill>
                  <a:srgbClr val="000000"/>
                </a:solidFill>
              </a:defRPr>
            </a:lvl1pPr>
          </a:lstStyle>
          <a:p>
            <a:r>
              <a:rPr lang="en-US" dirty="0"/>
              <a:t>Main headline, </a:t>
            </a:r>
            <a:br>
              <a:rPr lang="en-US" dirty="0"/>
            </a:br>
            <a:r>
              <a:rPr lang="en-US" dirty="0"/>
              <a:t>Arial 44pt bold</a:t>
            </a:r>
          </a:p>
        </p:txBody>
      </p:sp>
      <p:sp>
        <p:nvSpPr>
          <p:cNvPr id="8" name="Picture " descr="Image">
            <a:extLst>
              <a:ext uri="{FF2B5EF4-FFF2-40B4-BE49-F238E27FC236}">
                <a16:creationId xmlns:a16="http://schemas.microsoft.com/office/drawing/2014/main" id="{9390C092-D95C-EF41-9B4C-B77F203C0B07}"/>
              </a:ext>
            </a:extLst>
          </p:cNvPr>
          <p:cNvSpPr>
            <a:spLocks noGrp="1"/>
          </p:cNvSpPr>
          <p:nvPr>
            <p:ph type="pic" sz="quarter" idx="16" hasCustomPrompt="1"/>
          </p:nvPr>
        </p:nvSpPr>
        <p:spPr>
          <a:xfrm>
            <a:off x="8266715" y="900000"/>
            <a:ext cx="3536848" cy="2906486"/>
          </a:xfrm>
          <a:solidFill>
            <a:srgbClr val="FFFFFF"/>
          </a:solidFill>
          <a:ln>
            <a:noFill/>
          </a:ln>
        </p:spPr>
        <p:txBody>
          <a:bodyPr anchor="b" anchorCtr="0"/>
          <a:lstStyle>
            <a:lvl1pPr marL="11112" indent="0" algn="ctr">
              <a:buNone/>
              <a:defRPr sz="2400"/>
            </a:lvl1pPr>
          </a:lstStyle>
          <a:p>
            <a:r>
              <a:rPr lang="en-GB" dirty="0"/>
              <a:t>Click to add picture</a:t>
            </a:r>
            <a:br>
              <a:rPr lang="en-GB" dirty="0"/>
            </a:br>
            <a:endParaRPr lang="en-GB" dirty="0"/>
          </a:p>
        </p:txBody>
      </p:sp>
      <p:sp>
        <p:nvSpPr>
          <p:cNvPr id="9" name="Text" descr="Text">
            <a:extLst>
              <a:ext uri="{FF2B5EF4-FFF2-40B4-BE49-F238E27FC236}">
                <a16:creationId xmlns:a16="http://schemas.microsoft.com/office/drawing/2014/main" id="{B97104E0-DC3E-EB49-A0B8-75D9C6ED8EDC}"/>
              </a:ext>
            </a:extLst>
          </p:cNvPr>
          <p:cNvSpPr>
            <a:spLocks noGrp="1"/>
          </p:cNvSpPr>
          <p:nvPr>
            <p:ph type="body" sz="quarter" idx="15"/>
          </p:nvPr>
        </p:nvSpPr>
        <p:spPr>
          <a:xfrm>
            <a:off x="8262900" y="4164600"/>
            <a:ext cx="3542400" cy="2287000"/>
          </a:xfrm>
        </p:spPr>
        <p:txBody>
          <a:bodyPr/>
          <a:lstStyle>
            <a:lvl1pPr marL="0" marR="0" indent="0" algn="l" defTabSz="914400" rtl="0" eaLnBrk="1" fontAlgn="base" latinLnBrk="0" hangingPunct="1">
              <a:lnSpc>
                <a:spcPct val="90000"/>
              </a:lnSpc>
              <a:spcBef>
                <a:spcPts val="1000"/>
              </a:spcBef>
              <a:spcAft>
                <a:spcPct val="0"/>
              </a:spcAft>
              <a:buClrTx/>
              <a:buSzTx/>
              <a:buFontTx/>
              <a:buNone/>
              <a:tabLst/>
              <a:defRPr sz="1800"/>
            </a:lvl1pPr>
          </a:lstStyle>
          <a:p>
            <a:pPr marL="0" marR="0" lvl="0" indent="0" algn="l" defTabSz="914400" rtl="0" eaLnBrk="1" fontAlgn="base" latinLnBrk="0" hangingPunct="1">
              <a:lnSpc>
                <a:spcPct val="90000"/>
              </a:lnSpc>
              <a:spcBef>
                <a:spcPts val="1000"/>
              </a:spcBef>
              <a:spcAft>
                <a:spcPct val="0"/>
              </a:spcAft>
              <a:buClrTx/>
              <a:buSzTx/>
              <a:buFontTx/>
              <a:buNone/>
              <a:tabLst/>
              <a:defRPr/>
            </a:pPr>
            <a:r>
              <a:rPr lang="en-US">
                <a:latin typeface="Arial" panose="020B0604020202020204" pitchFamily="34" charset="0"/>
                <a:cs typeface="Arial" panose="020B0604020202020204" pitchFamily="34" charset="0"/>
              </a:rPr>
              <a:t>Edit Master text styles</a:t>
            </a:r>
          </a:p>
        </p:txBody>
      </p:sp>
    </p:spTree>
    <p:extLst>
      <p:ext uri="{BB962C8B-B14F-4D97-AF65-F5344CB8AC3E}">
        <p14:creationId xmlns:p14="http://schemas.microsoft.com/office/powerpoint/2010/main" val="24271443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UCL single text block">
    <p:spTree>
      <p:nvGrpSpPr>
        <p:cNvPr id="1" name=""/>
        <p:cNvGrpSpPr/>
        <p:nvPr/>
      </p:nvGrpSpPr>
      <p:grpSpPr>
        <a:xfrm>
          <a:off x="0" y="0"/>
          <a:ext cx="0" cy="0"/>
          <a:chOff x="0" y="0"/>
          <a:chExt cx="0" cy="0"/>
        </a:xfrm>
      </p:grpSpPr>
      <p:sp>
        <p:nvSpPr>
          <p:cNvPr id="2" name="Main Headline" descr="Headline">
            <a:extLst>
              <a:ext uri="{FF2B5EF4-FFF2-40B4-BE49-F238E27FC236}">
                <a16:creationId xmlns:a16="http://schemas.microsoft.com/office/drawing/2014/main" id="{D136E2B9-C028-5142-BBB3-807BD19349DB}"/>
              </a:ext>
            </a:extLst>
          </p:cNvPr>
          <p:cNvSpPr>
            <a:spLocks noGrp="1"/>
          </p:cNvSpPr>
          <p:nvPr>
            <p:ph type="title" hasCustomPrompt="1"/>
          </p:nvPr>
        </p:nvSpPr>
        <p:spPr>
          <a:xfrm>
            <a:off x="360000" y="899999"/>
            <a:ext cx="8999900" cy="1368000"/>
          </a:xfrm>
        </p:spPr>
        <p:txBody>
          <a:bodyPr/>
          <a:lstStyle/>
          <a:p>
            <a:r>
              <a:rPr lang="en-US" dirty="0"/>
              <a:t>Main headline, Arial 44pt bold</a:t>
            </a:r>
          </a:p>
        </p:txBody>
      </p:sp>
      <p:sp>
        <p:nvSpPr>
          <p:cNvPr id="12" name="Text" descr="Text">
            <a:extLst>
              <a:ext uri="{FF2B5EF4-FFF2-40B4-BE49-F238E27FC236}">
                <a16:creationId xmlns:a16="http://schemas.microsoft.com/office/drawing/2014/main" id="{52E39625-6121-A140-A00B-27BF9DA232CD}"/>
              </a:ext>
            </a:extLst>
          </p:cNvPr>
          <p:cNvSpPr>
            <a:spLocks noGrp="1"/>
          </p:cNvSpPr>
          <p:nvPr>
            <p:ph type="body" sz="quarter" idx="13"/>
          </p:nvPr>
        </p:nvSpPr>
        <p:spPr>
          <a:xfrm>
            <a:off x="360000" y="2412000"/>
            <a:ext cx="10439064" cy="3600000"/>
          </a:xfrm>
        </p:spPr>
        <p:txBody>
          <a:bodyPr/>
          <a:lstStyle>
            <a:lvl1pPr marL="225425" marR="0" indent="-225425"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sz="2400"/>
            </a:lvl1pPr>
            <a:lvl2pPr marL="222250" indent="-222250">
              <a:buFont typeface="Arial" panose="020B0604020202020204" pitchFamily="34" charset="0"/>
              <a:buChar char="•"/>
              <a:tabLst/>
              <a:defRPr/>
            </a:lvl2pPr>
          </a:lstStyle>
          <a:p>
            <a:pPr lvl="0"/>
            <a:r>
              <a:rPr lang="en-US"/>
              <a:t>Edit Master text styles</a:t>
            </a:r>
          </a:p>
        </p:txBody>
      </p:sp>
      <p:sp>
        <p:nvSpPr>
          <p:cNvPr id="3" name="Date Placeholder 2">
            <a:extLst>
              <a:ext uri="{FF2B5EF4-FFF2-40B4-BE49-F238E27FC236}">
                <a16:creationId xmlns:a16="http://schemas.microsoft.com/office/drawing/2014/main" id="{06E4EAF8-165C-2D4A-9B32-495E40A0715F}"/>
              </a:ext>
            </a:extLst>
          </p:cNvPr>
          <p:cNvSpPr>
            <a:spLocks noGrp="1"/>
          </p:cNvSpPr>
          <p:nvPr>
            <p:ph type="dt" sz="half" idx="10"/>
          </p:nvPr>
        </p:nvSpPr>
        <p:spPr/>
        <p:txBody>
          <a:bodyPr/>
          <a:lstStyle/>
          <a:p>
            <a:pPr>
              <a:defRPr/>
            </a:pPr>
            <a:fld id="{C6478F44-CA4B-8F47-8400-2C19AC9A20AB}" type="datetimeFigureOut">
              <a:rPr lang="en-US" smtClean="0"/>
              <a:pPr>
                <a:defRPr/>
              </a:pPr>
              <a:t>3/15/26</a:t>
            </a:fld>
            <a:endParaRPr lang="en-US" dirty="0"/>
          </a:p>
        </p:txBody>
      </p:sp>
      <p:sp>
        <p:nvSpPr>
          <p:cNvPr id="4" name="Footer Placeholder 3">
            <a:extLst>
              <a:ext uri="{FF2B5EF4-FFF2-40B4-BE49-F238E27FC236}">
                <a16:creationId xmlns:a16="http://schemas.microsoft.com/office/drawing/2014/main" id="{5EBBB3CA-848C-EF44-BEE5-EB67145F2B76}"/>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BADB6E47-510B-8542-8D2A-81F475B8DED3}"/>
              </a:ext>
            </a:extLst>
          </p:cNvPr>
          <p:cNvSpPr>
            <a:spLocks noGrp="1"/>
          </p:cNvSpPr>
          <p:nvPr>
            <p:ph type="sldNum" sz="quarter" idx="12"/>
          </p:nvPr>
        </p:nvSpPr>
        <p:spPr/>
        <p:txBody>
          <a:body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3579862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UCL 2 column text">
    <p:spTree>
      <p:nvGrpSpPr>
        <p:cNvPr id="1" name=""/>
        <p:cNvGrpSpPr/>
        <p:nvPr/>
      </p:nvGrpSpPr>
      <p:grpSpPr>
        <a:xfrm>
          <a:off x="0" y="0"/>
          <a:ext cx="0" cy="0"/>
          <a:chOff x="0" y="0"/>
          <a:chExt cx="0" cy="0"/>
        </a:xfrm>
      </p:grpSpPr>
      <p:sp>
        <p:nvSpPr>
          <p:cNvPr id="2" name="Main Headline" descr="Headline">
            <a:extLst>
              <a:ext uri="{FF2B5EF4-FFF2-40B4-BE49-F238E27FC236}">
                <a16:creationId xmlns:a16="http://schemas.microsoft.com/office/drawing/2014/main" id="{D136E2B9-C028-5142-BBB3-807BD19349DB}"/>
              </a:ext>
            </a:extLst>
          </p:cNvPr>
          <p:cNvSpPr>
            <a:spLocks noGrp="1"/>
          </p:cNvSpPr>
          <p:nvPr>
            <p:ph type="title" hasCustomPrompt="1"/>
          </p:nvPr>
        </p:nvSpPr>
        <p:spPr>
          <a:xfrm>
            <a:off x="360000" y="899999"/>
            <a:ext cx="8999900" cy="1368000"/>
          </a:xfrm>
        </p:spPr>
        <p:txBody>
          <a:bodyPr/>
          <a:lstStyle/>
          <a:p>
            <a:r>
              <a:rPr lang="en-US" dirty="0"/>
              <a:t>Main headline, Arial 44pt bold</a:t>
            </a:r>
          </a:p>
        </p:txBody>
      </p:sp>
      <p:sp>
        <p:nvSpPr>
          <p:cNvPr id="7" name="Text" descr="Text">
            <a:extLst>
              <a:ext uri="{FF2B5EF4-FFF2-40B4-BE49-F238E27FC236}">
                <a16:creationId xmlns:a16="http://schemas.microsoft.com/office/drawing/2014/main" id="{2D2A157B-B06B-5E44-8987-B8F38A7435D7}"/>
              </a:ext>
            </a:extLst>
          </p:cNvPr>
          <p:cNvSpPr>
            <a:spLocks noGrp="1"/>
          </p:cNvSpPr>
          <p:nvPr>
            <p:ph type="body" sz="quarter" idx="13"/>
          </p:nvPr>
        </p:nvSpPr>
        <p:spPr>
          <a:xfrm>
            <a:off x="360000" y="2412000"/>
            <a:ext cx="5399088" cy="3600000"/>
          </a:xfrm>
        </p:spPr>
        <p:txBody>
          <a:bodyPr/>
          <a:lstStyle>
            <a:lvl1pPr marL="225425" marR="0" indent="-225425"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sz="2400"/>
            </a:lvl1pPr>
            <a:lvl2pPr marL="222250" indent="-222250">
              <a:buFont typeface="Arial" panose="020B0604020202020204" pitchFamily="34" charset="0"/>
              <a:buChar char="•"/>
              <a:tabLst/>
              <a:defRPr/>
            </a:lvl2pPr>
          </a:lstStyle>
          <a:p>
            <a:pPr lvl="0"/>
            <a:r>
              <a:rPr lang="en-US"/>
              <a:t>Edit Master text styles</a:t>
            </a:r>
          </a:p>
        </p:txBody>
      </p:sp>
      <p:sp>
        <p:nvSpPr>
          <p:cNvPr id="10" name="Text" descr="Text">
            <a:extLst>
              <a:ext uri="{FF2B5EF4-FFF2-40B4-BE49-F238E27FC236}">
                <a16:creationId xmlns:a16="http://schemas.microsoft.com/office/drawing/2014/main" id="{35F69D9D-B78C-6D4D-8B1E-AB31E336A54A}"/>
              </a:ext>
            </a:extLst>
          </p:cNvPr>
          <p:cNvSpPr>
            <a:spLocks noGrp="1"/>
          </p:cNvSpPr>
          <p:nvPr>
            <p:ph type="body" sz="quarter" idx="15"/>
          </p:nvPr>
        </p:nvSpPr>
        <p:spPr>
          <a:xfrm>
            <a:off x="5940000" y="2412000"/>
            <a:ext cx="5399088" cy="3600000"/>
          </a:xfrm>
        </p:spPr>
        <p:txBody>
          <a:bodyPr/>
          <a:lstStyle>
            <a:lvl1pPr marL="225425" marR="0" indent="-225425"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sz="2400"/>
            </a:lvl1pPr>
            <a:lvl2pPr marL="222250" indent="-222250">
              <a:buFont typeface="Arial" panose="020B0604020202020204" pitchFamily="34" charset="0"/>
              <a:buChar char="•"/>
              <a:tabLst/>
              <a:defRPr/>
            </a:lvl2pPr>
          </a:lstStyle>
          <a:p>
            <a:pPr lvl="0"/>
            <a:r>
              <a:rPr lang="en-US"/>
              <a:t>Edit Master text styles</a:t>
            </a:r>
          </a:p>
        </p:txBody>
      </p:sp>
      <p:sp>
        <p:nvSpPr>
          <p:cNvPr id="3" name="Date Placeholder 2">
            <a:extLst>
              <a:ext uri="{FF2B5EF4-FFF2-40B4-BE49-F238E27FC236}">
                <a16:creationId xmlns:a16="http://schemas.microsoft.com/office/drawing/2014/main" id="{06E4EAF8-165C-2D4A-9B32-495E40A0715F}"/>
              </a:ext>
            </a:extLst>
          </p:cNvPr>
          <p:cNvSpPr>
            <a:spLocks noGrp="1"/>
          </p:cNvSpPr>
          <p:nvPr>
            <p:ph type="dt" sz="half" idx="10"/>
          </p:nvPr>
        </p:nvSpPr>
        <p:spPr/>
        <p:txBody>
          <a:bodyPr/>
          <a:lstStyle/>
          <a:p>
            <a:pPr>
              <a:defRPr/>
            </a:pPr>
            <a:fld id="{C6478F44-CA4B-8F47-8400-2C19AC9A20AB}" type="datetimeFigureOut">
              <a:rPr lang="en-US" smtClean="0"/>
              <a:pPr>
                <a:defRPr/>
              </a:pPr>
              <a:t>3/15/26</a:t>
            </a:fld>
            <a:endParaRPr lang="en-US" dirty="0"/>
          </a:p>
        </p:txBody>
      </p:sp>
      <p:sp>
        <p:nvSpPr>
          <p:cNvPr id="4" name="Footer Placeholder 3">
            <a:extLst>
              <a:ext uri="{FF2B5EF4-FFF2-40B4-BE49-F238E27FC236}">
                <a16:creationId xmlns:a16="http://schemas.microsoft.com/office/drawing/2014/main" id="{5EBBB3CA-848C-EF44-BEE5-EB67145F2B76}"/>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BADB6E47-510B-8542-8D2A-81F475B8DED3}"/>
              </a:ext>
            </a:extLst>
          </p:cNvPr>
          <p:cNvSpPr>
            <a:spLocks noGrp="1"/>
          </p:cNvSpPr>
          <p:nvPr>
            <p:ph type="sldNum" sz="quarter" idx="12"/>
          </p:nvPr>
        </p:nvSpPr>
        <p:spPr/>
        <p:txBody>
          <a:body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1997627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UCL 3 column text">
    <p:spTree>
      <p:nvGrpSpPr>
        <p:cNvPr id="1" name=""/>
        <p:cNvGrpSpPr/>
        <p:nvPr/>
      </p:nvGrpSpPr>
      <p:grpSpPr>
        <a:xfrm>
          <a:off x="0" y="0"/>
          <a:ext cx="0" cy="0"/>
          <a:chOff x="0" y="0"/>
          <a:chExt cx="0" cy="0"/>
        </a:xfrm>
      </p:grpSpPr>
      <p:sp>
        <p:nvSpPr>
          <p:cNvPr id="2" name="Main Headline" descr="Headline">
            <a:extLst>
              <a:ext uri="{FF2B5EF4-FFF2-40B4-BE49-F238E27FC236}">
                <a16:creationId xmlns:a16="http://schemas.microsoft.com/office/drawing/2014/main" id="{D136E2B9-C028-5142-BBB3-807BD19349DB}"/>
              </a:ext>
            </a:extLst>
          </p:cNvPr>
          <p:cNvSpPr>
            <a:spLocks noGrp="1"/>
          </p:cNvSpPr>
          <p:nvPr>
            <p:ph type="title" hasCustomPrompt="1"/>
          </p:nvPr>
        </p:nvSpPr>
        <p:spPr>
          <a:xfrm>
            <a:off x="360000" y="899999"/>
            <a:ext cx="8999900" cy="1368000"/>
          </a:xfrm>
        </p:spPr>
        <p:txBody>
          <a:bodyPr/>
          <a:lstStyle/>
          <a:p>
            <a:r>
              <a:rPr lang="en-US" dirty="0"/>
              <a:t>Main headline, Arial 44pt bold</a:t>
            </a:r>
          </a:p>
        </p:txBody>
      </p:sp>
      <p:sp>
        <p:nvSpPr>
          <p:cNvPr id="8" name="Text" descr="Text">
            <a:extLst>
              <a:ext uri="{FF2B5EF4-FFF2-40B4-BE49-F238E27FC236}">
                <a16:creationId xmlns:a16="http://schemas.microsoft.com/office/drawing/2014/main" id="{83D66963-CB2B-4B4F-BCF3-CFD7FD192F0F}"/>
              </a:ext>
            </a:extLst>
          </p:cNvPr>
          <p:cNvSpPr>
            <a:spLocks noGrp="1"/>
          </p:cNvSpPr>
          <p:nvPr>
            <p:ph type="body" sz="quarter" idx="13"/>
          </p:nvPr>
        </p:nvSpPr>
        <p:spPr>
          <a:xfrm>
            <a:off x="360000" y="2412000"/>
            <a:ext cx="3420000" cy="3600000"/>
          </a:xfrm>
        </p:spPr>
        <p:txBody>
          <a:bodyPr/>
          <a:lstStyle>
            <a:lvl1pPr marL="11112" indent="0">
              <a:buNone/>
              <a:defRPr sz="1800"/>
            </a:lvl1pPr>
            <a:lvl3pPr marL="180975" indent="-171450">
              <a:buFont typeface="Arial" panose="020B0604020202020204" pitchFamily="34" charset="0"/>
              <a:buChar char="•"/>
              <a:tabLst/>
              <a:defRPr/>
            </a:lvl3pPr>
          </a:lstStyle>
          <a:p>
            <a:pPr lvl="0"/>
            <a:r>
              <a:rPr lang="en-US"/>
              <a:t>Edit Master text styles</a:t>
            </a:r>
          </a:p>
        </p:txBody>
      </p:sp>
      <p:sp>
        <p:nvSpPr>
          <p:cNvPr id="10" name="Text" descr="Text">
            <a:extLst>
              <a:ext uri="{FF2B5EF4-FFF2-40B4-BE49-F238E27FC236}">
                <a16:creationId xmlns:a16="http://schemas.microsoft.com/office/drawing/2014/main" id="{F7085F07-56B0-4443-841E-8375628232BD}"/>
              </a:ext>
            </a:extLst>
          </p:cNvPr>
          <p:cNvSpPr>
            <a:spLocks noGrp="1"/>
          </p:cNvSpPr>
          <p:nvPr>
            <p:ph type="body" sz="quarter" idx="14"/>
          </p:nvPr>
        </p:nvSpPr>
        <p:spPr>
          <a:xfrm>
            <a:off x="4320000" y="2412000"/>
            <a:ext cx="3420000" cy="3600000"/>
          </a:xfrm>
        </p:spPr>
        <p:txBody>
          <a:bodyPr/>
          <a:lstStyle>
            <a:lvl1pPr marL="11112" indent="0">
              <a:buNone/>
              <a:defRPr sz="1800"/>
            </a:lvl1pPr>
            <a:lvl3pPr marL="180975" indent="-169863">
              <a:tabLst/>
              <a:defRPr/>
            </a:lvl3pPr>
          </a:lstStyle>
          <a:p>
            <a:pPr lvl="0"/>
            <a:r>
              <a:rPr lang="en-US"/>
              <a:t>Edit Master text styles</a:t>
            </a:r>
          </a:p>
        </p:txBody>
      </p:sp>
      <p:sp>
        <p:nvSpPr>
          <p:cNvPr id="11" name="Text" descr="Text">
            <a:extLst>
              <a:ext uri="{FF2B5EF4-FFF2-40B4-BE49-F238E27FC236}">
                <a16:creationId xmlns:a16="http://schemas.microsoft.com/office/drawing/2014/main" id="{BB07EA65-C349-F04B-BF09-CC2483489C50}"/>
              </a:ext>
            </a:extLst>
          </p:cNvPr>
          <p:cNvSpPr>
            <a:spLocks noGrp="1"/>
          </p:cNvSpPr>
          <p:nvPr>
            <p:ph type="body" sz="quarter" idx="15"/>
          </p:nvPr>
        </p:nvSpPr>
        <p:spPr>
          <a:xfrm>
            <a:off x="8280000" y="2412000"/>
            <a:ext cx="3420000" cy="3600000"/>
          </a:xfrm>
        </p:spPr>
        <p:txBody>
          <a:bodyPr/>
          <a:lstStyle>
            <a:lvl1pPr marL="11112" indent="0">
              <a:buNone/>
              <a:defRPr sz="1800"/>
            </a:lvl1pPr>
            <a:lvl3pPr marL="180975" indent="-169863">
              <a:tabLst/>
              <a:defRPr/>
            </a:lvl3pPr>
          </a:lstStyle>
          <a:p>
            <a:pPr lvl="0"/>
            <a:r>
              <a:rPr lang="en-US"/>
              <a:t>Edit Master text styles</a:t>
            </a:r>
          </a:p>
        </p:txBody>
      </p:sp>
      <p:sp>
        <p:nvSpPr>
          <p:cNvPr id="3" name="Date Placeholder 2">
            <a:extLst>
              <a:ext uri="{FF2B5EF4-FFF2-40B4-BE49-F238E27FC236}">
                <a16:creationId xmlns:a16="http://schemas.microsoft.com/office/drawing/2014/main" id="{06E4EAF8-165C-2D4A-9B32-495E40A0715F}"/>
              </a:ext>
            </a:extLst>
          </p:cNvPr>
          <p:cNvSpPr>
            <a:spLocks noGrp="1"/>
          </p:cNvSpPr>
          <p:nvPr>
            <p:ph type="dt" sz="half" idx="10"/>
          </p:nvPr>
        </p:nvSpPr>
        <p:spPr/>
        <p:txBody>
          <a:bodyPr/>
          <a:lstStyle/>
          <a:p>
            <a:pPr>
              <a:defRPr/>
            </a:pPr>
            <a:fld id="{C6478F44-CA4B-8F47-8400-2C19AC9A20AB}" type="datetimeFigureOut">
              <a:rPr lang="en-US" smtClean="0"/>
              <a:pPr>
                <a:defRPr/>
              </a:pPr>
              <a:t>3/15/26</a:t>
            </a:fld>
            <a:endParaRPr lang="en-US" dirty="0"/>
          </a:p>
        </p:txBody>
      </p:sp>
      <p:sp>
        <p:nvSpPr>
          <p:cNvPr id="4" name="Footer Placeholder 3">
            <a:extLst>
              <a:ext uri="{FF2B5EF4-FFF2-40B4-BE49-F238E27FC236}">
                <a16:creationId xmlns:a16="http://schemas.microsoft.com/office/drawing/2014/main" id="{5EBBB3CA-848C-EF44-BEE5-EB67145F2B76}"/>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BADB6E47-510B-8542-8D2A-81F475B8DED3}"/>
              </a:ext>
            </a:extLst>
          </p:cNvPr>
          <p:cNvSpPr>
            <a:spLocks noGrp="1"/>
          </p:cNvSpPr>
          <p:nvPr>
            <p:ph type="sldNum" sz="quarter" idx="12"/>
          </p:nvPr>
        </p:nvSpPr>
        <p:spPr/>
        <p:txBody>
          <a:body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23297744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UCL 4 column text">
    <p:spTree>
      <p:nvGrpSpPr>
        <p:cNvPr id="1" name=""/>
        <p:cNvGrpSpPr/>
        <p:nvPr/>
      </p:nvGrpSpPr>
      <p:grpSpPr>
        <a:xfrm>
          <a:off x="0" y="0"/>
          <a:ext cx="0" cy="0"/>
          <a:chOff x="0" y="0"/>
          <a:chExt cx="0" cy="0"/>
        </a:xfrm>
      </p:grpSpPr>
      <p:sp>
        <p:nvSpPr>
          <p:cNvPr id="2" name="Main Headline" descr="Headline">
            <a:extLst>
              <a:ext uri="{FF2B5EF4-FFF2-40B4-BE49-F238E27FC236}">
                <a16:creationId xmlns:a16="http://schemas.microsoft.com/office/drawing/2014/main" id="{D136E2B9-C028-5142-BBB3-807BD19349DB}"/>
              </a:ext>
            </a:extLst>
          </p:cNvPr>
          <p:cNvSpPr>
            <a:spLocks noGrp="1"/>
          </p:cNvSpPr>
          <p:nvPr>
            <p:ph type="title" hasCustomPrompt="1"/>
          </p:nvPr>
        </p:nvSpPr>
        <p:spPr>
          <a:xfrm>
            <a:off x="360000" y="899999"/>
            <a:ext cx="8999900" cy="1368000"/>
          </a:xfrm>
        </p:spPr>
        <p:txBody>
          <a:bodyPr/>
          <a:lstStyle/>
          <a:p>
            <a:r>
              <a:rPr lang="en-US" dirty="0"/>
              <a:t>Main headline, Arial 44pt bold</a:t>
            </a:r>
          </a:p>
        </p:txBody>
      </p:sp>
      <p:sp>
        <p:nvSpPr>
          <p:cNvPr id="15" name="Text" descr="Text">
            <a:extLst>
              <a:ext uri="{FF2B5EF4-FFF2-40B4-BE49-F238E27FC236}">
                <a16:creationId xmlns:a16="http://schemas.microsoft.com/office/drawing/2014/main" id="{23293D9A-92DE-2745-A551-12503D5B3859}"/>
              </a:ext>
            </a:extLst>
          </p:cNvPr>
          <p:cNvSpPr>
            <a:spLocks noGrp="1"/>
          </p:cNvSpPr>
          <p:nvPr>
            <p:ph type="body" sz="quarter" idx="13"/>
          </p:nvPr>
        </p:nvSpPr>
        <p:spPr>
          <a:xfrm>
            <a:off x="360000" y="2412000"/>
            <a:ext cx="2610000" cy="3764200"/>
          </a:xfrm>
          <a:noFill/>
        </p:spPr>
        <p:txBody>
          <a:bodyPr lIns="0" tIns="0" rIns="0" bIns="0"/>
          <a:lstStyle>
            <a:lvl1pPr>
              <a:defRPr sz="1800"/>
            </a:lvl1pPr>
            <a:lvl2pPr>
              <a:buFontTx/>
              <a:buNone/>
              <a:defRPr/>
            </a:lvl2pPr>
            <a:lvl3pPr marL="180975" indent="-169863">
              <a:tabLst/>
              <a:defRPr/>
            </a:lvl3pPr>
          </a:lstStyle>
          <a:p>
            <a:pPr lvl="0"/>
            <a:r>
              <a:rPr lang="en-US"/>
              <a:t>Edit Master text styles</a:t>
            </a:r>
          </a:p>
        </p:txBody>
      </p:sp>
      <p:sp>
        <p:nvSpPr>
          <p:cNvPr id="10" name="Text" descr="Text">
            <a:extLst>
              <a:ext uri="{FF2B5EF4-FFF2-40B4-BE49-F238E27FC236}">
                <a16:creationId xmlns:a16="http://schemas.microsoft.com/office/drawing/2014/main" id="{F11753E1-8533-844D-B406-655C6C933046}"/>
              </a:ext>
            </a:extLst>
          </p:cNvPr>
          <p:cNvSpPr>
            <a:spLocks noGrp="1"/>
          </p:cNvSpPr>
          <p:nvPr>
            <p:ph type="body" sz="quarter" idx="14"/>
          </p:nvPr>
        </p:nvSpPr>
        <p:spPr>
          <a:xfrm>
            <a:off x="3287688" y="2412000"/>
            <a:ext cx="2610000" cy="3764200"/>
          </a:xfrm>
          <a:noFill/>
        </p:spPr>
        <p:txBody>
          <a:bodyPr lIns="0" tIns="0" rIns="0" bIns="0"/>
          <a:lstStyle>
            <a:lvl1pPr>
              <a:defRPr sz="1800"/>
            </a:lvl1pPr>
            <a:lvl2pPr>
              <a:buFontTx/>
              <a:buNone/>
              <a:defRPr/>
            </a:lvl2pPr>
            <a:lvl3pPr marL="180975" indent="-169863">
              <a:tabLst/>
              <a:defRPr/>
            </a:lvl3pPr>
          </a:lstStyle>
          <a:p>
            <a:pPr lvl="0"/>
            <a:r>
              <a:rPr lang="en-US"/>
              <a:t>Edit Master text styles</a:t>
            </a:r>
          </a:p>
        </p:txBody>
      </p:sp>
      <p:sp>
        <p:nvSpPr>
          <p:cNvPr id="11" name="Text" descr="Text">
            <a:extLst>
              <a:ext uri="{FF2B5EF4-FFF2-40B4-BE49-F238E27FC236}">
                <a16:creationId xmlns:a16="http://schemas.microsoft.com/office/drawing/2014/main" id="{562D057E-84DA-844C-8F30-A88C629E1DFE}"/>
              </a:ext>
            </a:extLst>
          </p:cNvPr>
          <p:cNvSpPr>
            <a:spLocks noGrp="1"/>
          </p:cNvSpPr>
          <p:nvPr>
            <p:ph type="body" sz="quarter" idx="15"/>
          </p:nvPr>
        </p:nvSpPr>
        <p:spPr>
          <a:xfrm>
            <a:off x="6168008" y="2412000"/>
            <a:ext cx="2610000" cy="3764200"/>
          </a:xfrm>
          <a:noFill/>
        </p:spPr>
        <p:txBody>
          <a:bodyPr lIns="0" tIns="0" rIns="0" bIns="0"/>
          <a:lstStyle>
            <a:lvl1pPr>
              <a:defRPr sz="1800"/>
            </a:lvl1pPr>
            <a:lvl2pPr>
              <a:buFontTx/>
              <a:buNone/>
              <a:defRPr/>
            </a:lvl2pPr>
            <a:lvl3pPr marL="180975" indent="-169863">
              <a:tabLst/>
              <a:defRPr/>
            </a:lvl3pPr>
          </a:lstStyle>
          <a:p>
            <a:pPr lvl="0"/>
            <a:r>
              <a:rPr lang="en-US"/>
              <a:t>Edit Master text styles</a:t>
            </a:r>
          </a:p>
        </p:txBody>
      </p:sp>
      <p:sp>
        <p:nvSpPr>
          <p:cNvPr id="12" name="Text" descr="Text">
            <a:extLst>
              <a:ext uri="{FF2B5EF4-FFF2-40B4-BE49-F238E27FC236}">
                <a16:creationId xmlns:a16="http://schemas.microsoft.com/office/drawing/2014/main" id="{3FA6CE8B-790A-C44A-B1D0-DA5AC754A4F7}"/>
              </a:ext>
            </a:extLst>
          </p:cNvPr>
          <p:cNvSpPr>
            <a:spLocks noGrp="1"/>
          </p:cNvSpPr>
          <p:nvPr>
            <p:ph type="body" sz="quarter" idx="16"/>
          </p:nvPr>
        </p:nvSpPr>
        <p:spPr>
          <a:xfrm>
            <a:off x="9048328" y="2412000"/>
            <a:ext cx="2610000" cy="3764200"/>
          </a:xfrm>
          <a:noFill/>
        </p:spPr>
        <p:txBody>
          <a:bodyPr lIns="0" tIns="0" rIns="0" bIns="0"/>
          <a:lstStyle>
            <a:lvl1pPr>
              <a:defRPr sz="1800"/>
            </a:lvl1pPr>
            <a:lvl2pPr>
              <a:buFontTx/>
              <a:buNone/>
              <a:defRPr/>
            </a:lvl2pPr>
            <a:lvl3pPr marL="180975" indent="-169863">
              <a:tabLst/>
              <a:defRPr/>
            </a:lvl3pPr>
          </a:lstStyle>
          <a:p>
            <a:pPr lvl="0"/>
            <a:r>
              <a:rPr lang="en-US"/>
              <a:t>Edit Master text styles</a:t>
            </a:r>
          </a:p>
        </p:txBody>
      </p:sp>
      <p:sp>
        <p:nvSpPr>
          <p:cNvPr id="3" name="Date Placeholder 2">
            <a:extLst>
              <a:ext uri="{FF2B5EF4-FFF2-40B4-BE49-F238E27FC236}">
                <a16:creationId xmlns:a16="http://schemas.microsoft.com/office/drawing/2014/main" id="{06E4EAF8-165C-2D4A-9B32-495E40A0715F}"/>
              </a:ext>
            </a:extLst>
          </p:cNvPr>
          <p:cNvSpPr>
            <a:spLocks noGrp="1"/>
          </p:cNvSpPr>
          <p:nvPr>
            <p:ph type="dt" sz="half" idx="10"/>
          </p:nvPr>
        </p:nvSpPr>
        <p:spPr/>
        <p:txBody>
          <a:bodyPr/>
          <a:lstStyle/>
          <a:p>
            <a:pPr>
              <a:defRPr/>
            </a:pPr>
            <a:fld id="{C6478F44-CA4B-8F47-8400-2C19AC9A20AB}" type="datetimeFigureOut">
              <a:rPr lang="en-US" smtClean="0"/>
              <a:pPr>
                <a:defRPr/>
              </a:pPr>
              <a:t>3/15/26</a:t>
            </a:fld>
            <a:endParaRPr lang="en-US" dirty="0"/>
          </a:p>
        </p:txBody>
      </p:sp>
      <p:sp>
        <p:nvSpPr>
          <p:cNvPr id="4" name="Footer Placeholder 3">
            <a:extLst>
              <a:ext uri="{FF2B5EF4-FFF2-40B4-BE49-F238E27FC236}">
                <a16:creationId xmlns:a16="http://schemas.microsoft.com/office/drawing/2014/main" id="{5EBBB3CA-848C-EF44-BEE5-EB67145F2B76}"/>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BADB6E47-510B-8542-8D2A-81F475B8DED3}"/>
              </a:ext>
            </a:extLst>
          </p:cNvPr>
          <p:cNvSpPr>
            <a:spLocks noGrp="1"/>
          </p:cNvSpPr>
          <p:nvPr>
            <p:ph type="sldNum" sz="quarter" idx="12"/>
          </p:nvPr>
        </p:nvSpPr>
        <p:spPr/>
        <p:txBody>
          <a:body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30263344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UCL 4 column colour panels">
    <p:spTree>
      <p:nvGrpSpPr>
        <p:cNvPr id="1" name=""/>
        <p:cNvGrpSpPr/>
        <p:nvPr/>
      </p:nvGrpSpPr>
      <p:grpSpPr>
        <a:xfrm>
          <a:off x="0" y="0"/>
          <a:ext cx="0" cy="0"/>
          <a:chOff x="0" y="0"/>
          <a:chExt cx="0" cy="0"/>
        </a:xfrm>
      </p:grpSpPr>
      <p:sp>
        <p:nvSpPr>
          <p:cNvPr id="7" name="Main Headline" descr="Headline">
            <a:extLst>
              <a:ext uri="{FF2B5EF4-FFF2-40B4-BE49-F238E27FC236}">
                <a16:creationId xmlns:a16="http://schemas.microsoft.com/office/drawing/2014/main" id="{5CB62203-BCF9-3241-9684-0F4402446FAF}"/>
              </a:ext>
            </a:extLst>
          </p:cNvPr>
          <p:cNvSpPr>
            <a:spLocks noGrp="1"/>
          </p:cNvSpPr>
          <p:nvPr>
            <p:ph type="body" sz="quarter" idx="13"/>
          </p:nvPr>
        </p:nvSpPr>
        <p:spPr>
          <a:xfrm>
            <a:off x="360000" y="922302"/>
            <a:ext cx="2610000" cy="5220000"/>
          </a:xfrm>
          <a:solidFill>
            <a:srgbClr val="500777"/>
          </a:solidFill>
        </p:spPr>
        <p:txBody>
          <a:bodyPr lIns="180000" tIns="180000" rIns="180000" bIns="180000"/>
          <a:lstStyle>
            <a:lvl1pPr marL="11112" indent="0">
              <a:buNone/>
              <a:defRPr>
                <a:solidFill>
                  <a:schemeClr val="bg1"/>
                </a:solidFill>
              </a:defRPr>
            </a:lvl1pPr>
            <a:lvl2pPr>
              <a:buFontTx/>
              <a:buNone/>
              <a:defRPr/>
            </a:lvl2pPr>
          </a:lstStyle>
          <a:p>
            <a:pPr lvl="0"/>
            <a:r>
              <a:rPr lang="en-US" sz="3600" dirty="0">
                <a:latin typeface="Arial" panose="020B0604020202020204" pitchFamily="34" charset="0"/>
                <a:cs typeface="Arial" panose="020B0604020202020204" pitchFamily="34" charset="0"/>
              </a:rPr>
              <a:t>Edit Master text styles</a:t>
            </a:r>
          </a:p>
        </p:txBody>
      </p:sp>
      <p:sp>
        <p:nvSpPr>
          <p:cNvPr id="8" name="background">
            <a:extLst>
              <a:ext uri="{FF2B5EF4-FFF2-40B4-BE49-F238E27FC236}">
                <a16:creationId xmlns:a16="http://schemas.microsoft.com/office/drawing/2014/main" id="{E0051C4D-5840-9846-A6CC-052B1F915DE4}"/>
              </a:ext>
            </a:extLst>
          </p:cNvPr>
          <p:cNvSpPr>
            <a:spLocks noGrp="1"/>
          </p:cNvSpPr>
          <p:nvPr>
            <p:ph type="body" sz="quarter" idx="14" hasCustomPrompt="1"/>
          </p:nvPr>
        </p:nvSpPr>
        <p:spPr>
          <a:xfrm>
            <a:off x="3286800" y="900000"/>
            <a:ext cx="2610000" cy="5220000"/>
          </a:xfrm>
          <a:solidFill>
            <a:srgbClr val="500777"/>
          </a:solidFill>
        </p:spPr>
        <p:txBody>
          <a:bodyPr lIns="180000" tIns="180000" rIns="180000" bIns="180000"/>
          <a:lstStyle>
            <a:lvl1pPr marL="11112" indent="0">
              <a:buNone/>
              <a:defRPr>
                <a:solidFill>
                  <a:schemeClr val="bg1"/>
                </a:solidFill>
              </a:defRPr>
            </a:lvl1pPr>
            <a:lvl2pPr>
              <a:buFontTx/>
              <a:buNone/>
              <a:defRPr/>
            </a:lvl2pPr>
          </a:lstStyle>
          <a:p>
            <a:r>
              <a:rPr lang="en-US" sz="3600" dirty="0">
                <a:latin typeface="Arial" panose="020B0604020202020204" pitchFamily="34" charset="0"/>
                <a:cs typeface="Arial" panose="020B0604020202020204" pitchFamily="34" charset="0"/>
              </a:rPr>
              <a:t>1</a:t>
            </a:r>
          </a:p>
        </p:txBody>
      </p:sp>
      <p:pic>
        <p:nvPicPr>
          <p:cNvPr id="19" name="Picture" descr="Image">
            <a:extLst>
              <a:ext uri="{FF2B5EF4-FFF2-40B4-BE49-F238E27FC236}">
                <a16:creationId xmlns:a16="http://schemas.microsoft.com/office/drawing/2014/main" id="{7D295661-D9DD-8D43-9041-6814DE8FF69D}"/>
              </a:ext>
            </a:extLst>
          </p:cNvPr>
          <p:cNvPicPr>
            <a:picLocks noChangeAspect="1"/>
          </p:cNvPicPr>
          <p:nvPr userDrawn="1"/>
        </p:nvPicPr>
        <p:blipFill>
          <a:blip r:embed="rId2"/>
          <a:stretch>
            <a:fillRect/>
          </a:stretch>
        </p:blipFill>
        <p:spPr>
          <a:xfrm>
            <a:off x="3905624" y="1290917"/>
            <a:ext cx="1328200" cy="1557617"/>
          </a:xfrm>
          <a:prstGeom prst="rect">
            <a:avLst/>
          </a:prstGeom>
        </p:spPr>
      </p:pic>
      <p:sp>
        <p:nvSpPr>
          <p:cNvPr id="13" name="Text" descr="Text">
            <a:extLst>
              <a:ext uri="{FF2B5EF4-FFF2-40B4-BE49-F238E27FC236}">
                <a16:creationId xmlns:a16="http://schemas.microsoft.com/office/drawing/2014/main" id="{73CED3B5-33C7-894B-9D58-FC396998F4D3}"/>
              </a:ext>
            </a:extLst>
          </p:cNvPr>
          <p:cNvSpPr>
            <a:spLocks noGrp="1"/>
          </p:cNvSpPr>
          <p:nvPr>
            <p:ph type="body" sz="quarter" idx="18"/>
          </p:nvPr>
        </p:nvSpPr>
        <p:spPr>
          <a:xfrm>
            <a:off x="3503712" y="3073400"/>
            <a:ext cx="2222500" cy="3022600"/>
          </a:xfrm>
        </p:spPr>
        <p:txBody>
          <a:bodyPr/>
          <a:lstStyle>
            <a:lvl1pPr>
              <a:defRPr sz="1800">
                <a:solidFill>
                  <a:schemeClr val="bg1"/>
                </a:solidFill>
              </a:defRPr>
            </a:lvl1pPr>
            <a:lvl2pPr algn="l">
              <a:defRPr sz="1800"/>
            </a:lvl2pPr>
            <a:lvl3pPr marL="180975" indent="-169863">
              <a:tabLst/>
              <a:defRPr/>
            </a:lvl3pPr>
          </a:lstStyle>
          <a:p>
            <a:pPr lvl="0"/>
            <a:r>
              <a:rPr lang="en-US" dirty="0"/>
              <a:t>Edit Master text styles</a:t>
            </a:r>
          </a:p>
        </p:txBody>
      </p:sp>
      <p:sp>
        <p:nvSpPr>
          <p:cNvPr id="9" name="background">
            <a:extLst>
              <a:ext uri="{FF2B5EF4-FFF2-40B4-BE49-F238E27FC236}">
                <a16:creationId xmlns:a16="http://schemas.microsoft.com/office/drawing/2014/main" id="{E69AB749-3152-6149-94E2-048594181730}"/>
              </a:ext>
            </a:extLst>
          </p:cNvPr>
          <p:cNvSpPr>
            <a:spLocks noGrp="1"/>
          </p:cNvSpPr>
          <p:nvPr>
            <p:ph type="body" sz="quarter" idx="15" hasCustomPrompt="1"/>
          </p:nvPr>
        </p:nvSpPr>
        <p:spPr>
          <a:xfrm>
            <a:off x="6238800" y="900000"/>
            <a:ext cx="2610000" cy="5220000"/>
          </a:xfrm>
          <a:solidFill>
            <a:srgbClr val="500777"/>
          </a:solidFill>
        </p:spPr>
        <p:txBody>
          <a:bodyPr lIns="180000" tIns="180000" rIns="180000" bIns="180000"/>
          <a:lstStyle>
            <a:lvl1pPr marL="11112" indent="0">
              <a:buNone/>
              <a:defRPr>
                <a:solidFill>
                  <a:schemeClr val="bg1"/>
                </a:solidFill>
              </a:defRPr>
            </a:lvl1pPr>
            <a:lvl2pPr>
              <a:buFontTx/>
              <a:buNone/>
              <a:defRPr/>
            </a:lvl2pPr>
          </a:lstStyle>
          <a:p>
            <a:r>
              <a:rPr lang="en-US" sz="3600" dirty="0">
                <a:latin typeface="Arial" panose="020B0604020202020204" pitchFamily="34" charset="0"/>
                <a:cs typeface="Arial" panose="020B0604020202020204" pitchFamily="34" charset="0"/>
              </a:rPr>
              <a:t>1</a:t>
            </a:r>
          </a:p>
        </p:txBody>
      </p:sp>
      <p:pic>
        <p:nvPicPr>
          <p:cNvPr id="21" name="Picture" descr="Image">
            <a:extLst>
              <a:ext uri="{FF2B5EF4-FFF2-40B4-BE49-F238E27FC236}">
                <a16:creationId xmlns:a16="http://schemas.microsoft.com/office/drawing/2014/main" id="{34669171-BF23-B54C-8D3F-B1C89E122C36}"/>
              </a:ext>
            </a:extLst>
          </p:cNvPr>
          <p:cNvPicPr>
            <a:picLocks noChangeAspect="1"/>
          </p:cNvPicPr>
          <p:nvPr userDrawn="1"/>
        </p:nvPicPr>
        <p:blipFill>
          <a:blip r:embed="rId2"/>
          <a:stretch>
            <a:fillRect/>
          </a:stretch>
        </p:blipFill>
        <p:spPr>
          <a:xfrm>
            <a:off x="6960096" y="1292400"/>
            <a:ext cx="1328200" cy="1557617"/>
          </a:xfrm>
          <a:prstGeom prst="rect">
            <a:avLst/>
          </a:prstGeom>
        </p:spPr>
      </p:pic>
      <p:sp>
        <p:nvSpPr>
          <p:cNvPr id="14" name="Text" descr="Text">
            <a:extLst>
              <a:ext uri="{FF2B5EF4-FFF2-40B4-BE49-F238E27FC236}">
                <a16:creationId xmlns:a16="http://schemas.microsoft.com/office/drawing/2014/main" id="{87F3A240-3369-0145-B540-5A60FA0848EA}"/>
              </a:ext>
            </a:extLst>
          </p:cNvPr>
          <p:cNvSpPr>
            <a:spLocks noGrp="1"/>
          </p:cNvSpPr>
          <p:nvPr>
            <p:ph type="body" sz="quarter" idx="19" hasCustomPrompt="1"/>
          </p:nvPr>
        </p:nvSpPr>
        <p:spPr>
          <a:xfrm>
            <a:off x="6456040" y="3073400"/>
            <a:ext cx="2222500" cy="3022600"/>
          </a:xfrm>
        </p:spPr>
        <p:txBody>
          <a:bodyPr/>
          <a:lstStyle>
            <a:lvl1pPr>
              <a:defRPr sz="1800">
                <a:solidFill>
                  <a:schemeClr val="bg1"/>
                </a:solidFill>
              </a:defRPr>
            </a:lvl1pPr>
            <a:lvl2pPr algn="l">
              <a:defRPr sz="1800"/>
            </a:lvl2pPr>
            <a:lvl3pPr marL="180975" indent="-169863">
              <a:tabLst/>
              <a:defRPr/>
            </a:lvl3pPr>
          </a:lstStyle>
          <a:p>
            <a:pPr lvl="0"/>
            <a:r>
              <a:rPr lang="en-US" dirty="0"/>
              <a:t>Edit Master text styles</a:t>
            </a:r>
          </a:p>
        </p:txBody>
      </p:sp>
      <p:sp>
        <p:nvSpPr>
          <p:cNvPr id="10" name="background">
            <a:extLst>
              <a:ext uri="{FF2B5EF4-FFF2-40B4-BE49-F238E27FC236}">
                <a16:creationId xmlns:a16="http://schemas.microsoft.com/office/drawing/2014/main" id="{F708712F-D0E9-B94A-A9B7-F258F0F10A73}"/>
              </a:ext>
            </a:extLst>
          </p:cNvPr>
          <p:cNvSpPr>
            <a:spLocks noGrp="1"/>
          </p:cNvSpPr>
          <p:nvPr>
            <p:ph type="body" sz="quarter" idx="16" hasCustomPrompt="1"/>
          </p:nvPr>
        </p:nvSpPr>
        <p:spPr>
          <a:xfrm>
            <a:off x="9190800" y="900000"/>
            <a:ext cx="2610000" cy="5220000"/>
          </a:xfrm>
          <a:solidFill>
            <a:srgbClr val="500777"/>
          </a:solidFill>
        </p:spPr>
        <p:txBody>
          <a:bodyPr lIns="180000" tIns="180000" rIns="180000" bIns="180000"/>
          <a:lstStyle>
            <a:lvl1pPr marL="11112" indent="0">
              <a:buNone/>
              <a:defRPr>
                <a:solidFill>
                  <a:schemeClr val="bg1"/>
                </a:solidFill>
              </a:defRPr>
            </a:lvl1pPr>
            <a:lvl2pPr>
              <a:buFontTx/>
              <a:buNone/>
              <a:defRPr/>
            </a:lvl2pPr>
          </a:lstStyle>
          <a:p>
            <a:r>
              <a:rPr lang="en-US" sz="3600" dirty="0">
                <a:latin typeface="Arial" panose="020B0604020202020204" pitchFamily="34" charset="0"/>
                <a:cs typeface="Arial" panose="020B0604020202020204" pitchFamily="34" charset="0"/>
              </a:rPr>
              <a:t>3</a:t>
            </a:r>
          </a:p>
        </p:txBody>
      </p:sp>
      <p:pic>
        <p:nvPicPr>
          <p:cNvPr id="22" name="Picture" descr="Image">
            <a:extLst>
              <a:ext uri="{FF2B5EF4-FFF2-40B4-BE49-F238E27FC236}">
                <a16:creationId xmlns:a16="http://schemas.microsoft.com/office/drawing/2014/main" id="{8073F21E-F4EF-B246-B7E8-4FA799EC37BA}"/>
              </a:ext>
            </a:extLst>
          </p:cNvPr>
          <p:cNvPicPr>
            <a:picLocks noChangeAspect="1"/>
          </p:cNvPicPr>
          <p:nvPr userDrawn="1"/>
        </p:nvPicPr>
        <p:blipFill>
          <a:blip r:embed="rId2"/>
          <a:stretch>
            <a:fillRect/>
          </a:stretch>
        </p:blipFill>
        <p:spPr>
          <a:xfrm>
            <a:off x="9840416" y="1290917"/>
            <a:ext cx="1328200" cy="1557617"/>
          </a:xfrm>
          <a:prstGeom prst="rect">
            <a:avLst/>
          </a:prstGeom>
        </p:spPr>
      </p:pic>
      <p:sp>
        <p:nvSpPr>
          <p:cNvPr id="16" name="Text" descr="Text">
            <a:extLst>
              <a:ext uri="{FF2B5EF4-FFF2-40B4-BE49-F238E27FC236}">
                <a16:creationId xmlns:a16="http://schemas.microsoft.com/office/drawing/2014/main" id="{5387EEB0-9F43-E241-9EDB-010FB36582B4}"/>
              </a:ext>
            </a:extLst>
          </p:cNvPr>
          <p:cNvSpPr>
            <a:spLocks noGrp="1"/>
          </p:cNvSpPr>
          <p:nvPr>
            <p:ph type="body" sz="quarter" idx="21"/>
          </p:nvPr>
        </p:nvSpPr>
        <p:spPr>
          <a:xfrm>
            <a:off x="9408368" y="3068960"/>
            <a:ext cx="2222500" cy="3022600"/>
          </a:xfrm>
        </p:spPr>
        <p:txBody>
          <a:bodyPr/>
          <a:lstStyle>
            <a:lvl1pPr>
              <a:defRPr sz="1800">
                <a:solidFill>
                  <a:schemeClr val="bg1"/>
                </a:solidFill>
              </a:defRPr>
            </a:lvl1pPr>
            <a:lvl2pPr algn="l">
              <a:defRPr sz="1800"/>
            </a:lvl2pPr>
            <a:lvl3pPr marL="180975" indent="-169863">
              <a:tabLst/>
              <a:defRPr/>
            </a:lvl3pPr>
          </a:lstStyle>
          <a:p>
            <a:pPr lvl="0"/>
            <a:r>
              <a:rPr lang="en-US" dirty="0"/>
              <a:t>Edit Master text styles</a:t>
            </a:r>
          </a:p>
        </p:txBody>
      </p:sp>
      <p:sp>
        <p:nvSpPr>
          <p:cNvPr id="3" name="Date Placeholder 2">
            <a:extLst>
              <a:ext uri="{FF2B5EF4-FFF2-40B4-BE49-F238E27FC236}">
                <a16:creationId xmlns:a16="http://schemas.microsoft.com/office/drawing/2014/main" id="{26373E51-46F8-B446-A241-A5395388A9EB}"/>
              </a:ext>
            </a:extLst>
          </p:cNvPr>
          <p:cNvSpPr>
            <a:spLocks noGrp="1"/>
          </p:cNvSpPr>
          <p:nvPr>
            <p:ph type="dt" sz="half" idx="10"/>
          </p:nvPr>
        </p:nvSpPr>
        <p:spPr/>
        <p:txBody>
          <a:bodyPr/>
          <a:lstStyle/>
          <a:p>
            <a:pPr>
              <a:defRPr/>
            </a:pPr>
            <a:fld id="{C6478F44-CA4B-8F47-8400-2C19AC9A20AB}" type="datetimeFigureOut">
              <a:rPr lang="en-US" smtClean="0"/>
              <a:pPr>
                <a:defRPr/>
              </a:pPr>
              <a:t>3/15/26</a:t>
            </a:fld>
            <a:endParaRPr lang="en-US" dirty="0"/>
          </a:p>
        </p:txBody>
      </p:sp>
      <p:sp>
        <p:nvSpPr>
          <p:cNvPr id="4" name="Footer Placeholder 3">
            <a:extLst>
              <a:ext uri="{FF2B5EF4-FFF2-40B4-BE49-F238E27FC236}">
                <a16:creationId xmlns:a16="http://schemas.microsoft.com/office/drawing/2014/main" id="{B8BCFD4B-BF38-E841-868E-C9F3BBC7265C}"/>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DB688DCC-68B7-D349-B50E-BEE3CC1D87CA}"/>
              </a:ext>
            </a:extLst>
          </p:cNvPr>
          <p:cNvSpPr>
            <a:spLocks noGrp="1"/>
          </p:cNvSpPr>
          <p:nvPr>
            <p:ph type="sldNum" sz="quarter" idx="12"/>
          </p:nvPr>
        </p:nvSpPr>
        <p:spPr/>
        <p:txBody>
          <a:body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2996836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UCL two column Image">
    <p:spTree>
      <p:nvGrpSpPr>
        <p:cNvPr id="1" name=""/>
        <p:cNvGrpSpPr/>
        <p:nvPr/>
      </p:nvGrpSpPr>
      <p:grpSpPr>
        <a:xfrm>
          <a:off x="0" y="0"/>
          <a:ext cx="0" cy="0"/>
          <a:chOff x="0" y="0"/>
          <a:chExt cx="0" cy="0"/>
        </a:xfrm>
      </p:grpSpPr>
      <p:sp>
        <p:nvSpPr>
          <p:cNvPr id="2" name="Main Headline" descr="Headline">
            <a:extLst>
              <a:ext uri="{FF2B5EF4-FFF2-40B4-BE49-F238E27FC236}">
                <a16:creationId xmlns:a16="http://schemas.microsoft.com/office/drawing/2014/main" id="{D136E2B9-C028-5142-BBB3-807BD19349DB}"/>
              </a:ext>
            </a:extLst>
          </p:cNvPr>
          <p:cNvSpPr>
            <a:spLocks noGrp="1"/>
          </p:cNvSpPr>
          <p:nvPr>
            <p:ph type="title" hasCustomPrompt="1"/>
          </p:nvPr>
        </p:nvSpPr>
        <p:spPr>
          <a:xfrm>
            <a:off x="360000" y="899999"/>
            <a:ext cx="5400000" cy="2325802"/>
          </a:xfrm>
        </p:spPr>
        <p:txBody>
          <a:bodyPr/>
          <a:lstStyle>
            <a:lvl1pPr>
              <a:defRPr sz="3600" b="0"/>
            </a:lvl1pPr>
          </a:lstStyle>
          <a:p>
            <a:pPr lvl="0"/>
            <a:r>
              <a:rPr lang="en-GB" dirty="0"/>
              <a:t>Heading</a:t>
            </a:r>
          </a:p>
        </p:txBody>
      </p:sp>
      <p:sp>
        <p:nvSpPr>
          <p:cNvPr id="11" name="Text" descr="Text">
            <a:extLst>
              <a:ext uri="{FF2B5EF4-FFF2-40B4-BE49-F238E27FC236}">
                <a16:creationId xmlns:a16="http://schemas.microsoft.com/office/drawing/2014/main" id="{96CC15FA-5D3D-604E-8882-80A2838906CB}"/>
              </a:ext>
            </a:extLst>
          </p:cNvPr>
          <p:cNvSpPr>
            <a:spLocks noGrp="1"/>
          </p:cNvSpPr>
          <p:nvPr>
            <p:ph type="body" sz="quarter" idx="13"/>
          </p:nvPr>
        </p:nvSpPr>
        <p:spPr>
          <a:xfrm>
            <a:off x="360000" y="3618500"/>
            <a:ext cx="5399088" cy="2617200"/>
          </a:xfrm>
        </p:spPr>
        <p:txBody>
          <a:bodyPr/>
          <a:lstStyle>
            <a:lvl1pPr marL="180975" marR="0" indent="-180975"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sz="1800"/>
            </a:lvl1pPr>
          </a:lstStyle>
          <a:p>
            <a:pPr lvl="0"/>
            <a:r>
              <a:rPr lang="en-US"/>
              <a:t>Edit Master text styles</a:t>
            </a:r>
          </a:p>
        </p:txBody>
      </p:sp>
      <p:sp>
        <p:nvSpPr>
          <p:cNvPr id="7" name="Picture" descr="Image">
            <a:extLst>
              <a:ext uri="{FF2B5EF4-FFF2-40B4-BE49-F238E27FC236}">
                <a16:creationId xmlns:a16="http://schemas.microsoft.com/office/drawing/2014/main" id="{C443FA27-F0DB-1840-998D-206100BED38F}"/>
              </a:ext>
            </a:extLst>
          </p:cNvPr>
          <p:cNvSpPr>
            <a:spLocks noGrp="1"/>
          </p:cNvSpPr>
          <p:nvPr>
            <p:ph type="pic" sz="quarter" idx="18" hasCustomPrompt="1"/>
          </p:nvPr>
        </p:nvSpPr>
        <p:spPr>
          <a:xfrm>
            <a:off x="5940000" y="900000"/>
            <a:ext cx="5400000" cy="5344683"/>
          </a:xfrm>
          <a:solidFill>
            <a:srgbClr val="FFFFFF"/>
          </a:solidFill>
          <a:ln>
            <a:noFill/>
          </a:ln>
        </p:spPr>
        <p:txBody>
          <a:bodyPr anchor="b" anchorCtr="0"/>
          <a:lstStyle>
            <a:lvl1pPr marL="11112" indent="0" algn="ctr">
              <a:buNone/>
              <a:defRPr sz="2400"/>
            </a:lvl1pPr>
          </a:lstStyle>
          <a:p>
            <a:r>
              <a:rPr lang="en-GB" dirty="0"/>
              <a:t>Click to add picture</a:t>
            </a:r>
            <a:br>
              <a:rPr lang="en-GB" dirty="0"/>
            </a:br>
            <a:endParaRPr lang="en-GB" dirty="0"/>
          </a:p>
        </p:txBody>
      </p:sp>
      <p:sp>
        <p:nvSpPr>
          <p:cNvPr id="3" name="Date Placeholder 2">
            <a:extLst>
              <a:ext uri="{FF2B5EF4-FFF2-40B4-BE49-F238E27FC236}">
                <a16:creationId xmlns:a16="http://schemas.microsoft.com/office/drawing/2014/main" id="{06E4EAF8-165C-2D4A-9B32-495E40A0715F}"/>
              </a:ext>
            </a:extLst>
          </p:cNvPr>
          <p:cNvSpPr>
            <a:spLocks noGrp="1"/>
          </p:cNvSpPr>
          <p:nvPr>
            <p:ph type="dt" sz="half" idx="10"/>
          </p:nvPr>
        </p:nvSpPr>
        <p:spPr/>
        <p:txBody>
          <a:bodyPr/>
          <a:lstStyle/>
          <a:p>
            <a:pPr>
              <a:defRPr/>
            </a:pPr>
            <a:fld id="{C6478F44-CA4B-8F47-8400-2C19AC9A20AB}" type="datetimeFigureOut">
              <a:rPr lang="en-US" smtClean="0"/>
              <a:pPr>
                <a:defRPr/>
              </a:pPr>
              <a:t>3/15/26</a:t>
            </a:fld>
            <a:endParaRPr lang="en-US" dirty="0"/>
          </a:p>
        </p:txBody>
      </p:sp>
      <p:sp>
        <p:nvSpPr>
          <p:cNvPr id="4" name="Footer Placeholder 3">
            <a:extLst>
              <a:ext uri="{FF2B5EF4-FFF2-40B4-BE49-F238E27FC236}">
                <a16:creationId xmlns:a16="http://schemas.microsoft.com/office/drawing/2014/main" id="{5EBBB3CA-848C-EF44-BEE5-EB67145F2B76}"/>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BADB6E47-510B-8542-8D2A-81F475B8DED3}"/>
              </a:ext>
            </a:extLst>
          </p:cNvPr>
          <p:cNvSpPr>
            <a:spLocks noGrp="1"/>
          </p:cNvSpPr>
          <p:nvPr>
            <p:ph type="sldNum" sz="quarter" idx="12"/>
          </p:nvPr>
        </p:nvSpPr>
        <p:spPr/>
        <p:txBody>
          <a:body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27422159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UCL three column image">
    <p:spTree>
      <p:nvGrpSpPr>
        <p:cNvPr id="1" name=""/>
        <p:cNvGrpSpPr/>
        <p:nvPr/>
      </p:nvGrpSpPr>
      <p:grpSpPr>
        <a:xfrm>
          <a:off x="0" y="0"/>
          <a:ext cx="0" cy="0"/>
          <a:chOff x="0" y="0"/>
          <a:chExt cx="0" cy="0"/>
        </a:xfrm>
      </p:grpSpPr>
      <p:sp>
        <p:nvSpPr>
          <p:cNvPr id="12" name="Picture" descr="Image">
            <a:extLst>
              <a:ext uri="{FF2B5EF4-FFF2-40B4-BE49-F238E27FC236}">
                <a16:creationId xmlns:a16="http://schemas.microsoft.com/office/drawing/2014/main" id="{935F83AB-29A1-EF49-B6EC-5214A87545D5}"/>
              </a:ext>
            </a:extLst>
          </p:cNvPr>
          <p:cNvSpPr>
            <a:spLocks noGrp="1"/>
          </p:cNvSpPr>
          <p:nvPr>
            <p:ph type="pic" sz="quarter" idx="16" hasCustomPrompt="1"/>
          </p:nvPr>
        </p:nvSpPr>
        <p:spPr>
          <a:xfrm>
            <a:off x="360000" y="900000"/>
            <a:ext cx="3420000" cy="2880000"/>
          </a:xfrm>
          <a:solidFill>
            <a:srgbClr val="FFFFFF"/>
          </a:solidFill>
          <a:ln>
            <a:noFill/>
          </a:ln>
        </p:spPr>
        <p:txBody>
          <a:bodyPr anchor="b" anchorCtr="0"/>
          <a:lstStyle>
            <a:lvl1pPr marL="11112" indent="0" algn="ctr">
              <a:buNone/>
              <a:defRPr sz="2400"/>
            </a:lvl1pPr>
          </a:lstStyle>
          <a:p>
            <a:r>
              <a:rPr lang="en-GB" dirty="0"/>
              <a:t>Click to add picture</a:t>
            </a:r>
            <a:br>
              <a:rPr lang="en-GB" dirty="0"/>
            </a:br>
            <a:endParaRPr lang="en-GB" dirty="0"/>
          </a:p>
        </p:txBody>
      </p:sp>
      <p:sp>
        <p:nvSpPr>
          <p:cNvPr id="8" name="Text" descr="Text">
            <a:extLst>
              <a:ext uri="{FF2B5EF4-FFF2-40B4-BE49-F238E27FC236}">
                <a16:creationId xmlns:a16="http://schemas.microsoft.com/office/drawing/2014/main" id="{83D66963-CB2B-4B4F-BCF3-CFD7FD192F0F}"/>
              </a:ext>
            </a:extLst>
          </p:cNvPr>
          <p:cNvSpPr>
            <a:spLocks noGrp="1"/>
          </p:cNvSpPr>
          <p:nvPr>
            <p:ph type="body" sz="quarter" idx="13"/>
          </p:nvPr>
        </p:nvSpPr>
        <p:spPr>
          <a:xfrm>
            <a:off x="360000" y="4017600"/>
            <a:ext cx="3420000" cy="2304000"/>
          </a:xfrm>
        </p:spPr>
        <p:txBody>
          <a:bodyPr/>
          <a:lstStyle>
            <a:lvl1pPr marL="180975" indent="-169863">
              <a:tabLst/>
              <a:defRPr sz="1800"/>
            </a:lvl1pPr>
          </a:lstStyle>
          <a:p>
            <a:pPr lvl="0"/>
            <a:r>
              <a:rPr lang="en-US"/>
              <a:t>Edit Master text styles</a:t>
            </a:r>
          </a:p>
        </p:txBody>
      </p:sp>
      <p:sp>
        <p:nvSpPr>
          <p:cNvPr id="13" name="Picture" descr="Image">
            <a:extLst>
              <a:ext uri="{FF2B5EF4-FFF2-40B4-BE49-F238E27FC236}">
                <a16:creationId xmlns:a16="http://schemas.microsoft.com/office/drawing/2014/main" id="{E95E3DE4-2C02-DF4D-871A-130A912A3EB7}"/>
              </a:ext>
            </a:extLst>
          </p:cNvPr>
          <p:cNvSpPr>
            <a:spLocks noGrp="1"/>
          </p:cNvSpPr>
          <p:nvPr>
            <p:ph type="pic" sz="quarter" idx="17" hasCustomPrompt="1"/>
          </p:nvPr>
        </p:nvSpPr>
        <p:spPr>
          <a:xfrm>
            <a:off x="4295800" y="900000"/>
            <a:ext cx="3420000" cy="2880000"/>
          </a:xfrm>
          <a:solidFill>
            <a:srgbClr val="FFFFFF"/>
          </a:solidFill>
          <a:ln>
            <a:noFill/>
          </a:ln>
        </p:spPr>
        <p:txBody>
          <a:bodyPr anchor="b" anchorCtr="0"/>
          <a:lstStyle>
            <a:lvl1pPr marL="11112" indent="0" algn="ctr">
              <a:buNone/>
              <a:defRPr sz="2400"/>
            </a:lvl1pPr>
          </a:lstStyle>
          <a:p>
            <a:r>
              <a:rPr lang="en-GB" dirty="0"/>
              <a:t>Click to add picture</a:t>
            </a:r>
            <a:br>
              <a:rPr lang="en-GB" dirty="0"/>
            </a:br>
            <a:endParaRPr lang="en-GB" dirty="0"/>
          </a:p>
        </p:txBody>
      </p:sp>
      <p:sp>
        <p:nvSpPr>
          <p:cNvPr id="10" name="Text" descr="Text">
            <a:extLst>
              <a:ext uri="{FF2B5EF4-FFF2-40B4-BE49-F238E27FC236}">
                <a16:creationId xmlns:a16="http://schemas.microsoft.com/office/drawing/2014/main" id="{F7085F07-56B0-4443-841E-8375628232BD}"/>
              </a:ext>
            </a:extLst>
          </p:cNvPr>
          <p:cNvSpPr>
            <a:spLocks noGrp="1"/>
          </p:cNvSpPr>
          <p:nvPr>
            <p:ph type="body" sz="quarter" idx="14"/>
          </p:nvPr>
        </p:nvSpPr>
        <p:spPr>
          <a:xfrm>
            <a:off x="4320000" y="4017600"/>
            <a:ext cx="3420000" cy="2304000"/>
          </a:xfrm>
        </p:spPr>
        <p:txBody>
          <a:bodyPr/>
          <a:lstStyle>
            <a:lvl1pPr marL="180975" indent="-169863">
              <a:tabLst/>
              <a:defRPr sz="1800"/>
            </a:lvl1pPr>
          </a:lstStyle>
          <a:p>
            <a:pPr lvl="0"/>
            <a:r>
              <a:rPr lang="en-US"/>
              <a:t>Edit Master text styles</a:t>
            </a:r>
          </a:p>
        </p:txBody>
      </p:sp>
      <p:sp>
        <p:nvSpPr>
          <p:cNvPr id="15" name="Picture" descr="Image">
            <a:extLst>
              <a:ext uri="{FF2B5EF4-FFF2-40B4-BE49-F238E27FC236}">
                <a16:creationId xmlns:a16="http://schemas.microsoft.com/office/drawing/2014/main" id="{08A0AD7D-724B-E44B-89BE-D93B46E6BC83}"/>
              </a:ext>
            </a:extLst>
          </p:cNvPr>
          <p:cNvSpPr>
            <a:spLocks noGrp="1"/>
          </p:cNvSpPr>
          <p:nvPr>
            <p:ph type="pic" sz="quarter" idx="18" hasCustomPrompt="1"/>
          </p:nvPr>
        </p:nvSpPr>
        <p:spPr>
          <a:xfrm>
            <a:off x="8256240" y="900000"/>
            <a:ext cx="3420000" cy="2880000"/>
          </a:xfrm>
          <a:solidFill>
            <a:srgbClr val="FFFFFF"/>
          </a:solidFill>
          <a:ln>
            <a:noFill/>
          </a:ln>
        </p:spPr>
        <p:txBody>
          <a:bodyPr anchor="b" anchorCtr="0"/>
          <a:lstStyle>
            <a:lvl1pPr marL="11112" indent="0" algn="ctr">
              <a:buNone/>
              <a:defRPr sz="2400"/>
            </a:lvl1pPr>
          </a:lstStyle>
          <a:p>
            <a:r>
              <a:rPr lang="en-GB" dirty="0"/>
              <a:t>Click to add picture</a:t>
            </a:r>
            <a:br>
              <a:rPr lang="en-GB" dirty="0"/>
            </a:br>
            <a:endParaRPr lang="en-GB" dirty="0"/>
          </a:p>
        </p:txBody>
      </p:sp>
      <p:sp>
        <p:nvSpPr>
          <p:cNvPr id="11" name="Text" descr="Text">
            <a:extLst>
              <a:ext uri="{FF2B5EF4-FFF2-40B4-BE49-F238E27FC236}">
                <a16:creationId xmlns:a16="http://schemas.microsoft.com/office/drawing/2014/main" id="{BB07EA65-C349-F04B-BF09-CC2483489C50}"/>
              </a:ext>
            </a:extLst>
          </p:cNvPr>
          <p:cNvSpPr>
            <a:spLocks noGrp="1"/>
          </p:cNvSpPr>
          <p:nvPr>
            <p:ph type="body" sz="quarter" idx="15"/>
          </p:nvPr>
        </p:nvSpPr>
        <p:spPr>
          <a:xfrm>
            <a:off x="8280218" y="4017600"/>
            <a:ext cx="3420000" cy="2304000"/>
          </a:xfrm>
        </p:spPr>
        <p:txBody>
          <a:bodyPr/>
          <a:lstStyle>
            <a:lvl1pPr marL="180975" indent="-169863">
              <a:tabLst/>
              <a:defRPr sz="1800"/>
            </a:lvl1pPr>
          </a:lstStyle>
          <a:p>
            <a:pPr lvl="0"/>
            <a:r>
              <a:rPr lang="en-US"/>
              <a:t>Edit Master text styles</a:t>
            </a:r>
          </a:p>
        </p:txBody>
      </p:sp>
      <p:sp>
        <p:nvSpPr>
          <p:cNvPr id="3" name="Date Placeholder 2">
            <a:extLst>
              <a:ext uri="{FF2B5EF4-FFF2-40B4-BE49-F238E27FC236}">
                <a16:creationId xmlns:a16="http://schemas.microsoft.com/office/drawing/2014/main" id="{06E4EAF8-165C-2D4A-9B32-495E40A0715F}"/>
              </a:ext>
            </a:extLst>
          </p:cNvPr>
          <p:cNvSpPr>
            <a:spLocks noGrp="1"/>
          </p:cNvSpPr>
          <p:nvPr>
            <p:ph type="dt" sz="half" idx="10"/>
          </p:nvPr>
        </p:nvSpPr>
        <p:spPr/>
        <p:txBody>
          <a:bodyPr/>
          <a:lstStyle/>
          <a:p>
            <a:pPr>
              <a:defRPr/>
            </a:pPr>
            <a:fld id="{C6478F44-CA4B-8F47-8400-2C19AC9A20AB}" type="datetimeFigureOut">
              <a:rPr lang="en-US" smtClean="0"/>
              <a:pPr>
                <a:defRPr/>
              </a:pPr>
              <a:t>3/15/26</a:t>
            </a:fld>
            <a:endParaRPr lang="en-US" dirty="0"/>
          </a:p>
        </p:txBody>
      </p:sp>
      <p:sp>
        <p:nvSpPr>
          <p:cNvPr id="4" name="Footer Placeholder 3">
            <a:extLst>
              <a:ext uri="{FF2B5EF4-FFF2-40B4-BE49-F238E27FC236}">
                <a16:creationId xmlns:a16="http://schemas.microsoft.com/office/drawing/2014/main" id="{5EBBB3CA-848C-EF44-BEE5-EB67145F2B76}"/>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BADB6E47-510B-8542-8D2A-81F475B8DED3}"/>
              </a:ext>
            </a:extLst>
          </p:cNvPr>
          <p:cNvSpPr>
            <a:spLocks noGrp="1"/>
          </p:cNvSpPr>
          <p:nvPr>
            <p:ph type="sldNum" sz="quarter" idx="12"/>
          </p:nvPr>
        </p:nvSpPr>
        <p:spPr/>
        <p:txBody>
          <a:body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14908585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UCL Table">
    <p:spTree>
      <p:nvGrpSpPr>
        <p:cNvPr id="1" name=""/>
        <p:cNvGrpSpPr/>
        <p:nvPr/>
      </p:nvGrpSpPr>
      <p:grpSpPr>
        <a:xfrm>
          <a:off x="0" y="0"/>
          <a:ext cx="0" cy="0"/>
          <a:chOff x="0" y="0"/>
          <a:chExt cx="0" cy="0"/>
        </a:xfrm>
      </p:grpSpPr>
      <p:sp>
        <p:nvSpPr>
          <p:cNvPr id="2" name="Main Headline" descr="Headline">
            <a:extLst>
              <a:ext uri="{FF2B5EF4-FFF2-40B4-BE49-F238E27FC236}">
                <a16:creationId xmlns:a16="http://schemas.microsoft.com/office/drawing/2014/main" id="{D136E2B9-C028-5142-BBB3-807BD19349DB}"/>
              </a:ext>
            </a:extLst>
          </p:cNvPr>
          <p:cNvSpPr>
            <a:spLocks noGrp="1"/>
          </p:cNvSpPr>
          <p:nvPr>
            <p:ph type="title" hasCustomPrompt="1"/>
          </p:nvPr>
        </p:nvSpPr>
        <p:spPr>
          <a:xfrm>
            <a:off x="360000" y="899999"/>
            <a:ext cx="8999900" cy="1368000"/>
          </a:xfrm>
        </p:spPr>
        <p:txBody>
          <a:bodyPr/>
          <a:lstStyle/>
          <a:p>
            <a:r>
              <a:rPr lang="en-US" dirty="0"/>
              <a:t>Main headline, Arial 44pt bold</a:t>
            </a:r>
          </a:p>
        </p:txBody>
      </p:sp>
      <p:sp>
        <p:nvSpPr>
          <p:cNvPr id="11" name="Table" descr="Text / Table">
            <a:extLst>
              <a:ext uri="{FF2B5EF4-FFF2-40B4-BE49-F238E27FC236}">
                <a16:creationId xmlns:a16="http://schemas.microsoft.com/office/drawing/2014/main" id="{4DEFD8C9-6C2B-9C49-9F6F-5A35A2B747AF}"/>
              </a:ext>
            </a:extLst>
          </p:cNvPr>
          <p:cNvSpPr>
            <a:spLocks noGrp="1"/>
          </p:cNvSpPr>
          <p:nvPr>
            <p:ph type="tbl" sz="quarter" idx="14" hasCustomPrompt="1"/>
          </p:nvPr>
        </p:nvSpPr>
        <p:spPr>
          <a:xfrm>
            <a:off x="360363" y="2286001"/>
            <a:ext cx="11553825" cy="4073524"/>
          </a:xfrm>
        </p:spPr>
        <p:txBody>
          <a:bodyPr/>
          <a:lstStyle/>
          <a:p>
            <a:r>
              <a:rPr lang="en-GB" dirty="0"/>
              <a:t>Click to add table</a:t>
            </a:r>
            <a:endParaRPr lang="en-US" dirty="0"/>
          </a:p>
        </p:txBody>
      </p:sp>
      <p:sp>
        <p:nvSpPr>
          <p:cNvPr id="8" name="Text">
            <a:extLst>
              <a:ext uri="{FF2B5EF4-FFF2-40B4-BE49-F238E27FC236}">
                <a16:creationId xmlns:a16="http://schemas.microsoft.com/office/drawing/2014/main" id="{D31E44D0-02C4-914B-B5F4-F5B0F5862CBB}"/>
              </a:ext>
            </a:extLst>
          </p:cNvPr>
          <p:cNvSpPr>
            <a:spLocks noGrp="1"/>
          </p:cNvSpPr>
          <p:nvPr>
            <p:ph type="body" sz="quarter" idx="15"/>
          </p:nvPr>
        </p:nvSpPr>
        <p:spPr>
          <a:xfrm>
            <a:off x="9366454" y="2414430"/>
            <a:ext cx="2557322" cy="2623913"/>
          </a:xfrm>
        </p:spPr>
        <p:txBody>
          <a:bodyPr/>
          <a:lstStyle>
            <a:lvl1pPr marL="180975" indent="-169863">
              <a:tabLst/>
              <a:defRPr sz="1800"/>
            </a:lvl1pPr>
          </a:lstStyle>
          <a:p>
            <a:pPr lvl="0"/>
            <a:r>
              <a:rPr lang="en-US"/>
              <a:t>Edit Master text styles</a:t>
            </a:r>
          </a:p>
        </p:txBody>
      </p:sp>
      <p:sp>
        <p:nvSpPr>
          <p:cNvPr id="3" name="Date Placeholder 2">
            <a:extLst>
              <a:ext uri="{FF2B5EF4-FFF2-40B4-BE49-F238E27FC236}">
                <a16:creationId xmlns:a16="http://schemas.microsoft.com/office/drawing/2014/main" id="{06E4EAF8-165C-2D4A-9B32-495E40A0715F}"/>
              </a:ext>
            </a:extLst>
          </p:cNvPr>
          <p:cNvSpPr>
            <a:spLocks noGrp="1"/>
          </p:cNvSpPr>
          <p:nvPr>
            <p:ph type="dt" sz="half" idx="10"/>
          </p:nvPr>
        </p:nvSpPr>
        <p:spPr/>
        <p:txBody>
          <a:bodyPr/>
          <a:lstStyle/>
          <a:p>
            <a:pPr>
              <a:defRPr/>
            </a:pPr>
            <a:fld id="{C6478F44-CA4B-8F47-8400-2C19AC9A20AB}" type="datetimeFigureOut">
              <a:rPr lang="en-US" smtClean="0"/>
              <a:pPr>
                <a:defRPr/>
              </a:pPr>
              <a:t>3/15/26</a:t>
            </a:fld>
            <a:endParaRPr lang="en-US" dirty="0"/>
          </a:p>
        </p:txBody>
      </p:sp>
      <p:sp>
        <p:nvSpPr>
          <p:cNvPr id="4" name="Footer Placeholder 3">
            <a:extLst>
              <a:ext uri="{FF2B5EF4-FFF2-40B4-BE49-F238E27FC236}">
                <a16:creationId xmlns:a16="http://schemas.microsoft.com/office/drawing/2014/main" id="{5EBBB3CA-848C-EF44-BEE5-EB67145F2B76}"/>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BADB6E47-510B-8542-8D2A-81F475B8DED3}"/>
              </a:ext>
            </a:extLst>
          </p:cNvPr>
          <p:cNvSpPr>
            <a:spLocks noGrp="1"/>
          </p:cNvSpPr>
          <p:nvPr>
            <p:ph type="sldNum" sz="quarter" idx="12"/>
          </p:nvPr>
        </p:nvSpPr>
        <p:spPr/>
        <p:txBody>
          <a:body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38690635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UCL Table 2">
    <p:spTree>
      <p:nvGrpSpPr>
        <p:cNvPr id="1" name=""/>
        <p:cNvGrpSpPr/>
        <p:nvPr/>
      </p:nvGrpSpPr>
      <p:grpSpPr>
        <a:xfrm>
          <a:off x="0" y="0"/>
          <a:ext cx="0" cy="0"/>
          <a:chOff x="0" y="0"/>
          <a:chExt cx="0" cy="0"/>
        </a:xfrm>
      </p:grpSpPr>
      <p:sp>
        <p:nvSpPr>
          <p:cNvPr id="2" name="Main Headline" descr="Headline">
            <a:extLst>
              <a:ext uri="{FF2B5EF4-FFF2-40B4-BE49-F238E27FC236}">
                <a16:creationId xmlns:a16="http://schemas.microsoft.com/office/drawing/2014/main" id="{D136E2B9-C028-5142-BBB3-807BD19349DB}"/>
              </a:ext>
            </a:extLst>
          </p:cNvPr>
          <p:cNvSpPr>
            <a:spLocks noGrp="1"/>
          </p:cNvSpPr>
          <p:nvPr>
            <p:ph type="title" hasCustomPrompt="1"/>
          </p:nvPr>
        </p:nvSpPr>
        <p:spPr>
          <a:xfrm>
            <a:off x="360000" y="899999"/>
            <a:ext cx="8999900" cy="1368000"/>
          </a:xfrm>
        </p:spPr>
        <p:txBody>
          <a:bodyPr/>
          <a:lstStyle/>
          <a:p>
            <a:r>
              <a:rPr lang="en-US" dirty="0"/>
              <a:t>Main headline, Arial 44pt bold</a:t>
            </a:r>
          </a:p>
        </p:txBody>
      </p:sp>
      <p:sp>
        <p:nvSpPr>
          <p:cNvPr id="7" name="Table" descr="Text / Table">
            <a:extLst>
              <a:ext uri="{FF2B5EF4-FFF2-40B4-BE49-F238E27FC236}">
                <a16:creationId xmlns:a16="http://schemas.microsoft.com/office/drawing/2014/main" id="{01422A73-1E05-8B44-93EA-70AD3FCEEC9E}"/>
              </a:ext>
            </a:extLst>
          </p:cNvPr>
          <p:cNvSpPr>
            <a:spLocks noGrp="1"/>
          </p:cNvSpPr>
          <p:nvPr>
            <p:ph type="tbl" sz="quarter" idx="14" hasCustomPrompt="1"/>
          </p:nvPr>
        </p:nvSpPr>
        <p:spPr>
          <a:xfrm>
            <a:off x="360363" y="2286001"/>
            <a:ext cx="11553825" cy="4073524"/>
          </a:xfrm>
        </p:spPr>
        <p:txBody>
          <a:bodyPr/>
          <a:lstStyle/>
          <a:p>
            <a:r>
              <a:rPr lang="en-GB" dirty="0"/>
              <a:t>Click to add table</a:t>
            </a:r>
            <a:endParaRPr lang="en-US" dirty="0"/>
          </a:p>
        </p:txBody>
      </p:sp>
      <p:sp>
        <p:nvSpPr>
          <p:cNvPr id="9" name="Text">
            <a:extLst>
              <a:ext uri="{FF2B5EF4-FFF2-40B4-BE49-F238E27FC236}">
                <a16:creationId xmlns:a16="http://schemas.microsoft.com/office/drawing/2014/main" id="{AD015BAE-CDFB-0848-8398-8E01CAEBAAEC}"/>
              </a:ext>
            </a:extLst>
          </p:cNvPr>
          <p:cNvSpPr>
            <a:spLocks noGrp="1"/>
          </p:cNvSpPr>
          <p:nvPr>
            <p:ph type="body" sz="quarter" idx="13"/>
          </p:nvPr>
        </p:nvSpPr>
        <p:spPr>
          <a:xfrm>
            <a:off x="360000" y="3451091"/>
            <a:ext cx="2610000" cy="2894291"/>
          </a:xfrm>
          <a:noFill/>
        </p:spPr>
        <p:txBody>
          <a:bodyPr lIns="0" tIns="0" rIns="0" bIns="0"/>
          <a:lstStyle>
            <a:lvl1pPr>
              <a:defRPr sz="1800"/>
            </a:lvl1pPr>
            <a:lvl2pPr>
              <a:buFontTx/>
              <a:buNone/>
              <a:defRPr/>
            </a:lvl2pPr>
          </a:lstStyle>
          <a:p>
            <a:pPr lvl="0"/>
            <a:r>
              <a:rPr lang="en-US"/>
              <a:t>Edit Master text styles</a:t>
            </a:r>
          </a:p>
        </p:txBody>
      </p:sp>
      <p:sp>
        <p:nvSpPr>
          <p:cNvPr id="3" name="Date Placeholder 2">
            <a:extLst>
              <a:ext uri="{FF2B5EF4-FFF2-40B4-BE49-F238E27FC236}">
                <a16:creationId xmlns:a16="http://schemas.microsoft.com/office/drawing/2014/main" id="{06E4EAF8-165C-2D4A-9B32-495E40A0715F}"/>
              </a:ext>
            </a:extLst>
          </p:cNvPr>
          <p:cNvSpPr>
            <a:spLocks noGrp="1"/>
          </p:cNvSpPr>
          <p:nvPr>
            <p:ph type="dt" sz="half" idx="10"/>
          </p:nvPr>
        </p:nvSpPr>
        <p:spPr/>
        <p:txBody>
          <a:bodyPr/>
          <a:lstStyle/>
          <a:p>
            <a:pPr>
              <a:defRPr/>
            </a:pPr>
            <a:fld id="{C6478F44-CA4B-8F47-8400-2C19AC9A20AB}" type="datetimeFigureOut">
              <a:rPr lang="en-US" smtClean="0"/>
              <a:pPr>
                <a:defRPr/>
              </a:pPr>
              <a:t>3/15/26</a:t>
            </a:fld>
            <a:endParaRPr lang="en-US" dirty="0"/>
          </a:p>
        </p:txBody>
      </p:sp>
      <p:sp>
        <p:nvSpPr>
          <p:cNvPr id="4" name="Footer Placeholder 3">
            <a:extLst>
              <a:ext uri="{FF2B5EF4-FFF2-40B4-BE49-F238E27FC236}">
                <a16:creationId xmlns:a16="http://schemas.microsoft.com/office/drawing/2014/main" id="{5EBBB3CA-848C-EF44-BEE5-EB67145F2B76}"/>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BADB6E47-510B-8542-8D2A-81F475B8DED3}"/>
              </a:ext>
            </a:extLst>
          </p:cNvPr>
          <p:cNvSpPr>
            <a:spLocks noGrp="1"/>
          </p:cNvSpPr>
          <p:nvPr>
            <p:ph type="sldNum" sz="quarter" idx="12"/>
          </p:nvPr>
        </p:nvSpPr>
        <p:spPr/>
        <p:txBody>
          <a:body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42247062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UCL Contact 2 column ">
    <p:spTree>
      <p:nvGrpSpPr>
        <p:cNvPr id="1" name=""/>
        <p:cNvGrpSpPr/>
        <p:nvPr/>
      </p:nvGrpSpPr>
      <p:grpSpPr>
        <a:xfrm>
          <a:off x="0" y="0"/>
          <a:ext cx="0" cy="0"/>
          <a:chOff x="0" y="0"/>
          <a:chExt cx="0" cy="0"/>
        </a:xfrm>
      </p:grpSpPr>
      <p:sp>
        <p:nvSpPr>
          <p:cNvPr id="2" name="Main Headline" descr="Headline">
            <a:extLst>
              <a:ext uri="{FF2B5EF4-FFF2-40B4-BE49-F238E27FC236}">
                <a16:creationId xmlns:a16="http://schemas.microsoft.com/office/drawing/2014/main" id="{D136E2B9-C028-5142-BBB3-807BD19349DB}"/>
              </a:ext>
            </a:extLst>
          </p:cNvPr>
          <p:cNvSpPr>
            <a:spLocks noGrp="1"/>
          </p:cNvSpPr>
          <p:nvPr>
            <p:ph type="title" hasCustomPrompt="1"/>
          </p:nvPr>
        </p:nvSpPr>
        <p:spPr>
          <a:xfrm>
            <a:off x="360000" y="899999"/>
            <a:ext cx="8999900" cy="1368000"/>
          </a:xfrm>
        </p:spPr>
        <p:txBody>
          <a:bodyPr/>
          <a:lstStyle/>
          <a:p>
            <a:r>
              <a:rPr lang="en-GB" dirty="0"/>
              <a:t>Useful links &amp; contact details</a:t>
            </a:r>
            <a:endParaRPr lang="en-US" dirty="0"/>
          </a:p>
        </p:txBody>
      </p:sp>
      <p:sp>
        <p:nvSpPr>
          <p:cNvPr id="21" name="Text" descr="Text">
            <a:extLst>
              <a:ext uri="{FF2B5EF4-FFF2-40B4-BE49-F238E27FC236}">
                <a16:creationId xmlns:a16="http://schemas.microsoft.com/office/drawing/2014/main" id="{82579D70-1A08-DC42-8CE8-ACA8360A7F42}"/>
              </a:ext>
            </a:extLst>
          </p:cNvPr>
          <p:cNvSpPr>
            <a:spLocks noGrp="1"/>
          </p:cNvSpPr>
          <p:nvPr>
            <p:ph type="body" sz="quarter" idx="13"/>
          </p:nvPr>
        </p:nvSpPr>
        <p:spPr>
          <a:xfrm>
            <a:off x="360000" y="2412000"/>
            <a:ext cx="5399088" cy="3600000"/>
          </a:xfrm>
        </p:spPr>
        <p:txBody>
          <a:bodyPr/>
          <a:lstStyle>
            <a:lvl1pPr marL="180975" indent="-169863">
              <a:tabLst/>
              <a:defRPr sz="2400">
                <a:latin typeface="+mn-lt"/>
              </a:defRPr>
            </a:lvl1pPr>
          </a:lstStyle>
          <a:p>
            <a:pPr lvl="0"/>
            <a:r>
              <a:rPr lang="en-US"/>
              <a:t>Edit Master text styles</a:t>
            </a:r>
          </a:p>
        </p:txBody>
      </p:sp>
      <p:sp>
        <p:nvSpPr>
          <p:cNvPr id="22" name="Text" descr="Text">
            <a:extLst>
              <a:ext uri="{FF2B5EF4-FFF2-40B4-BE49-F238E27FC236}">
                <a16:creationId xmlns:a16="http://schemas.microsoft.com/office/drawing/2014/main" id="{82B359B7-CB0C-544C-88EE-891FC732EECE}"/>
              </a:ext>
            </a:extLst>
          </p:cNvPr>
          <p:cNvSpPr>
            <a:spLocks noGrp="1"/>
          </p:cNvSpPr>
          <p:nvPr>
            <p:ph type="body" sz="quarter" idx="14"/>
          </p:nvPr>
        </p:nvSpPr>
        <p:spPr>
          <a:xfrm>
            <a:off x="5940000" y="2412000"/>
            <a:ext cx="5399088" cy="3600000"/>
          </a:xfrm>
        </p:spPr>
        <p:txBody>
          <a:bodyPr/>
          <a:lstStyle>
            <a:lvl1pPr marL="180975" indent="-169863">
              <a:tabLst/>
              <a:defRPr sz="2400">
                <a:latin typeface="+mn-lt"/>
              </a:defRPr>
            </a:lvl1pPr>
          </a:lstStyle>
          <a:p>
            <a:pPr lvl="0"/>
            <a:r>
              <a:rPr lang="en-US" sz="2400">
                <a:latin typeface="Arial" panose="020B0604020202020204" pitchFamily="34" charset="0"/>
                <a:cs typeface="Arial" panose="020B0604020202020204" pitchFamily="34" charset="0"/>
              </a:rPr>
              <a:t>Edit Master text styles</a:t>
            </a:r>
          </a:p>
        </p:txBody>
      </p:sp>
      <p:sp>
        <p:nvSpPr>
          <p:cNvPr id="3" name="Date Placeholder 2">
            <a:extLst>
              <a:ext uri="{FF2B5EF4-FFF2-40B4-BE49-F238E27FC236}">
                <a16:creationId xmlns:a16="http://schemas.microsoft.com/office/drawing/2014/main" id="{06E4EAF8-165C-2D4A-9B32-495E40A0715F}"/>
              </a:ext>
            </a:extLst>
          </p:cNvPr>
          <p:cNvSpPr>
            <a:spLocks noGrp="1"/>
          </p:cNvSpPr>
          <p:nvPr>
            <p:ph type="dt" sz="half" idx="10"/>
          </p:nvPr>
        </p:nvSpPr>
        <p:spPr/>
        <p:txBody>
          <a:bodyPr/>
          <a:lstStyle/>
          <a:p>
            <a:pPr>
              <a:defRPr/>
            </a:pPr>
            <a:fld id="{C6478F44-CA4B-8F47-8400-2C19AC9A20AB}" type="datetimeFigureOut">
              <a:rPr lang="en-US" smtClean="0"/>
              <a:pPr>
                <a:defRPr/>
              </a:pPr>
              <a:t>3/15/26</a:t>
            </a:fld>
            <a:endParaRPr lang="en-US" dirty="0"/>
          </a:p>
        </p:txBody>
      </p:sp>
      <p:sp>
        <p:nvSpPr>
          <p:cNvPr id="4" name="Footer Placeholder 3">
            <a:extLst>
              <a:ext uri="{FF2B5EF4-FFF2-40B4-BE49-F238E27FC236}">
                <a16:creationId xmlns:a16="http://schemas.microsoft.com/office/drawing/2014/main" id="{5EBBB3CA-848C-EF44-BEE5-EB67145F2B76}"/>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BADB6E47-510B-8542-8D2A-81F475B8DED3}"/>
              </a:ext>
            </a:extLst>
          </p:cNvPr>
          <p:cNvSpPr>
            <a:spLocks noGrp="1"/>
          </p:cNvSpPr>
          <p:nvPr>
            <p:ph type="sldNum" sz="quarter" idx="12"/>
          </p:nvPr>
        </p:nvSpPr>
        <p:spPr/>
        <p:txBody>
          <a:body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352133188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 Id="rId2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UCL branding brackground">
            <a:extLst>
              <a:ext uri="{FF2B5EF4-FFF2-40B4-BE49-F238E27FC236}">
                <a16:creationId xmlns:a16="http://schemas.microsoft.com/office/drawing/2014/main" id="{66A102D5-ABE3-9744-AE9F-9AF93B04BE78}"/>
              </a:ext>
              <a:ext uri="{C183D7F6-B498-43B3-948B-1728B52AA6E4}">
                <adec:decorative xmlns:adec="http://schemas.microsoft.com/office/drawing/2017/decorative" val="1"/>
              </a:ext>
            </a:extLst>
          </p:cNvPr>
          <p:cNvSpPr/>
          <p:nvPr/>
        </p:nvSpPr>
        <p:spPr>
          <a:xfrm>
            <a:off x="0" y="0"/>
            <a:ext cx="12192000" cy="66414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UCL Branding"/>
          <p:cNvPicPr>
            <a:picLocks noChangeAspect="1"/>
          </p:cNvPicPr>
          <p:nvPr userDrawn="1"/>
        </p:nvPicPr>
        <p:blipFill>
          <a:blip r:embed="rId20"/>
          <a:srcRect/>
          <a:stretch/>
        </p:blipFill>
        <p:spPr>
          <a:xfrm>
            <a:off x="0" y="0"/>
            <a:ext cx="12192000" cy="550662"/>
          </a:xfrm>
          <a:prstGeom prst="rect">
            <a:avLst/>
          </a:prstGeom>
        </p:spPr>
      </p:pic>
      <p:sp>
        <p:nvSpPr>
          <p:cNvPr id="1026" name="Title Headline" descr="Headline">
            <a:extLst>
              <a:ext uri="{FF2B5EF4-FFF2-40B4-BE49-F238E27FC236}">
                <a16:creationId xmlns:a16="http://schemas.microsoft.com/office/drawing/2014/main" id="{1389B5D6-B2B6-B044-8F75-8C9E18FFF8EF}"/>
              </a:ext>
            </a:extLst>
          </p:cNvPr>
          <p:cNvSpPr>
            <a:spLocks noGrp="1" noChangeArrowheads="1"/>
          </p:cNvSpPr>
          <p:nvPr>
            <p:ph type="title"/>
          </p:nvPr>
        </p:nvSpPr>
        <p:spPr bwMode="auto">
          <a:xfrm>
            <a:off x="360000" y="899999"/>
            <a:ext cx="10800690" cy="13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dirty="0"/>
              <a:t>Main headline</a:t>
            </a:r>
            <a:r>
              <a:rPr lang="en-GB" altLang="en-US" dirty="0"/>
              <a:t>, Arial 44pt bold</a:t>
            </a:r>
            <a:endParaRPr lang="en-US" altLang="en-US" dirty="0"/>
          </a:p>
        </p:txBody>
      </p:sp>
      <p:sp>
        <p:nvSpPr>
          <p:cNvPr id="1027" name="Text" descr="Main text">
            <a:extLst>
              <a:ext uri="{FF2B5EF4-FFF2-40B4-BE49-F238E27FC236}">
                <a16:creationId xmlns:a16="http://schemas.microsoft.com/office/drawing/2014/main" id="{840A67E7-10FC-DE4B-8222-DBD366537BA8}"/>
              </a:ext>
            </a:extLst>
          </p:cNvPr>
          <p:cNvSpPr>
            <a:spLocks noGrp="1" noChangeArrowheads="1"/>
          </p:cNvSpPr>
          <p:nvPr>
            <p:ph type="body" idx="1"/>
          </p:nvPr>
        </p:nvSpPr>
        <p:spPr bwMode="auto">
          <a:xfrm>
            <a:off x="360000" y="2376000"/>
            <a:ext cx="10800690" cy="37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4"/>
            <a:endParaRPr lang="en-US" dirty="0"/>
          </a:p>
        </p:txBody>
      </p:sp>
      <p:sp>
        <p:nvSpPr>
          <p:cNvPr id="4" name="Date " descr="Date">
            <a:extLst>
              <a:ext uri="{FF2B5EF4-FFF2-40B4-BE49-F238E27FC236}">
                <a16:creationId xmlns:a16="http://schemas.microsoft.com/office/drawing/2014/main" id="{BC7573E6-5C96-F54E-8C6A-D81E27BE4948}"/>
              </a:ext>
            </a:extLst>
          </p:cNvPr>
          <p:cNvSpPr>
            <a:spLocks noGrp="1"/>
          </p:cNvSpPr>
          <p:nvPr>
            <p:ph type="dt" sz="half" idx="2"/>
          </p:nvPr>
        </p:nvSpPr>
        <p:spPr>
          <a:xfrm>
            <a:off x="362211" y="6480000"/>
            <a:ext cx="2743200" cy="360000"/>
          </a:xfrm>
          <a:prstGeom prst="rect">
            <a:avLst/>
          </a:prstGeom>
        </p:spPr>
        <p:txBody>
          <a:bodyPr vert="horz" lIns="0" tIns="0" rIns="0" bIns="0" rtlCol="0" anchor="t" anchorCtr="0"/>
          <a:lstStyle>
            <a:lvl1pPr algn="l" eaLnBrk="1" fontAlgn="auto" hangingPunct="1">
              <a:spcBef>
                <a:spcPts val="0"/>
              </a:spcBef>
              <a:spcAft>
                <a:spcPts val="0"/>
              </a:spcAft>
              <a:defRPr sz="1200" smtClean="0">
                <a:solidFill>
                  <a:schemeClr val="tx1">
                    <a:tint val="75000"/>
                  </a:schemeClr>
                </a:solidFill>
                <a:latin typeface="+mn-lt"/>
              </a:defRPr>
            </a:lvl1pPr>
          </a:lstStyle>
          <a:p>
            <a:pPr>
              <a:defRPr/>
            </a:pPr>
            <a:fld id="{C6478F44-CA4B-8F47-8400-2C19AC9A20AB}" type="datetimeFigureOut">
              <a:rPr lang="en-US" smtClean="0"/>
              <a:pPr>
                <a:defRPr/>
              </a:pPr>
              <a:t>3/15/26</a:t>
            </a:fld>
            <a:endParaRPr lang="en-US" dirty="0"/>
          </a:p>
        </p:txBody>
      </p:sp>
      <p:sp>
        <p:nvSpPr>
          <p:cNvPr id="5" name="Footer " descr="Footer title">
            <a:extLst>
              <a:ext uri="{FF2B5EF4-FFF2-40B4-BE49-F238E27FC236}">
                <a16:creationId xmlns:a16="http://schemas.microsoft.com/office/drawing/2014/main" id="{1B01C4CC-C66F-714D-B313-340C31FA703F}"/>
              </a:ext>
            </a:extLst>
          </p:cNvPr>
          <p:cNvSpPr>
            <a:spLocks noGrp="1"/>
          </p:cNvSpPr>
          <p:nvPr>
            <p:ph type="ftr" sz="quarter" idx="3"/>
          </p:nvPr>
        </p:nvSpPr>
        <p:spPr>
          <a:xfrm>
            <a:off x="4320000" y="6480000"/>
            <a:ext cx="6480000" cy="360000"/>
          </a:xfrm>
          <a:prstGeom prst="rect">
            <a:avLst/>
          </a:prstGeom>
        </p:spPr>
        <p:txBody>
          <a:bodyPr vert="horz" lIns="0" tIns="0" rIns="0" bIns="0" rtlCol="0" anchor="t" anchorCtr="0"/>
          <a:lstStyle>
            <a:lvl1pPr algn="l" eaLnBrk="1" fontAlgn="auto" hangingPunct="1">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descr="Page number">
            <a:extLst>
              <a:ext uri="{FF2B5EF4-FFF2-40B4-BE49-F238E27FC236}">
                <a16:creationId xmlns:a16="http://schemas.microsoft.com/office/drawing/2014/main" id="{D2C68658-D4C2-394E-8334-67AC9BE3F122}"/>
              </a:ext>
            </a:extLst>
          </p:cNvPr>
          <p:cNvSpPr>
            <a:spLocks noGrp="1"/>
          </p:cNvSpPr>
          <p:nvPr>
            <p:ph type="sldNum" sz="quarter" idx="4"/>
          </p:nvPr>
        </p:nvSpPr>
        <p:spPr>
          <a:xfrm>
            <a:off x="11123111" y="6480000"/>
            <a:ext cx="769307" cy="269918"/>
          </a:xfrm>
          <a:prstGeom prst="rect">
            <a:avLst/>
          </a:prstGeom>
        </p:spPr>
        <p:txBody>
          <a:bodyPr vert="horz" lIns="0" tIns="0" rIns="0" bIns="0" rtlCol="0" anchor="t" anchorCtr="0"/>
          <a:lstStyle>
            <a:lvl1pPr algn="r" eaLnBrk="1" fontAlgn="auto" hangingPunct="1">
              <a:spcBef>
                <a:spcPts val="0"/>
              </a:spcBef>
              <a:spcAft>
                <a:spcPts val="0"/>
              </a:spcAft>
              <a:defRPr sz="1200" smtClean="0">
                <a:solidFill>
                  <a:schemeClr val="tx1">
                    <a:tint val="75000"/>
                  </a:schemeClr>
                </a:solidFill>
                <a:latin typeface="+mn-lt"/>
              </a:defRPr>
            </a:lvl1pPr>
          </a:lstStyle>
          <a:p>
            <a:pPr>
              <a:defRPr/>
            </a:pPr>
            <a:fld id="{A68DF897-BF7D-364E-94C4-DBD7D61CD3A9}" type="slidenum">
              <a:rPr lang="en-US" smtClean="0"/>
              <a:pPr>
                <a:defRPr/>
              </a:pPr>
              <a:t>‹#›</a:t>
            </a:fld>
            <a:endParaRPr lang="en-US" dirty="0"/>
          </a:p>
        </p:txBody>
      </p:sp>
    </p:spTree>
    <p:extLst>
      <p:ext uri="{BB962C8B-B14F-4D97-AF65-F5344CB8AC3E}">
        <p14:creationId xmlns:p14="http://schemas.microsoft.com/office/powerpoint/2010/main" val="10021098"/>
      </p:ext>
    </p:extLst>
  </p:cSld>
  <p:clrMap bg1="lt1" tx1="dk1" bg2="lt2" tx2="dk2" accent1="accent1" accent2="accent2" accent3="accent3" accent4="accent4" accent5="accent5" accent6="accent6" hlink="hlink" folHlink="folHlink"/>
  <p:sldLayoutIdLst>
    <p:sldLayoutId id="2147483720" r:id="rId1"/>
    <p:sldLayoutId id="2147483722" r:id="rId2"/>
    <p:sldLayoutId id="2147483723"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 id="2147483740" r:id="rId18"/>
  </p:sldLayoutIdLst>
  <p:txStyles>
    <p:titleStyle>
      <a:lvl1pPr algn="l" rtl="0" eaLnBrk="1" fontAlgn="base" hangingPunct="1">
        <a:lnSpc>
          <a:spcPct val="90000"/>
        </a:lnSpc>
        <a:spcBef>
          <a:spcPct val="0"/>
        </a:spcBef>
        <a:spcAft>
          <a:spcPct val="0"/>
        </a:spcAft>
        <a:defRPr sz="4400" b="1" i="0" kern="1200" baseline="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Arial" panose="020B0604020202020204" pitchFamily="34" charset="0"/>
        </a:defRPr>
      </a:lvl2pPr>
      <a:lvl3pPr algn="l" rtl="0" eaLnBrk="1" fontAlgn="base" hangingPunct="1">
        <a:lnSpc>
          <a:spcPct val="90000"/>
        </a:lnSpc>
        <a:spcBef>
          <a:spcPct val="0"/>
        </a:spcBef>
        <a:spcAft>
          <a:spcPct val="0"/>
        </a:spcAft>
        <a:defRPr sz="4400">
          <a:solidFill>
            <a:schemeClr val="tx1"/>
          </a:solidFill>
          <a:latin typeface="Arial" panose="020B0604020202020204" pitchFamily="34" charset="0"/>
        </a:defRPr>
      </a:lvl3pPr>
      <a:lvl4pPr algn="l" rtl="0" eaLnBrk="1" fontAlgn="base" hangingPunct="1">
        <a:lnSpc>
          <a:spcPct val="90000"/>
        </a:lnSpc>
        <a:spcBef>
          <a:spcPct val="0"/>
        </a:spcBef>
        <a:spcAft>
          <a:spcPct val="0"/>
        </a:spcAft>
        <a:defRPr sz="4400">
          <a:solidFill>
            <a:schemeClr val="tx1"/>
          </a:solidFill>
          <a:latin typeface="Arial" panose="020B0604020202020204" pitchFamily="34" charset="0"/>
        </a:defRPr>
      </a:lvl4pPr>
      <a:lvl5pPr algn="l" rtl="0" eaLnBrk="1" fontAlgn="base" hangingPunct="1">
        <a:lnSpc>
          <a:spcPct val="90000"/>
        </a:lnSpc>
        <a:spcBef>
          <a:spcPct val="0"/>
        </a:spcBef>
        <a:spcAft>
          <a:spcPct val="0"/>
        </a:spcAft>
        <a:defRPr sz="4400">
          <a:solidFill>
            <a:schemeClr val="tx1"/>
          </a:solidFill>
          <a:latin typeface="Arial" panose="020B0604020202020204" pitchFamily="34" charset="0"/>
        </a:defRPr>
      </a:lvl5pPr>
      <a:lvl6pPr marL="457200" algn="l" rtl="0" eaLnBrk="1" fontAlgn="base" hangingPunct="1">
        <a:lnSpc>
          <a:spcPct val="90000"/>
        </a:lnSpc>
        <a:spcBef>
          <a:spcPct val="0"/>
        </a:spcBef>
        <a:spcAft>
          <a:spcPct val="0"/>
        </a:spcAft>
        <a:defRPr sz="4400">
          <a:solidFill>
            <a:schemeClr val="tx1"/>
          </a:solidFill>
          <a:latin typeface="Arial" panose="020B0604020202020204" pitchFamily="34" charset="0"/>
        </a:defRPr>
      </a:lvl6pPr>
      <a:lvl7pPr marL="914400" algn="l" rtl="0" eaLnBrk="1" fontAlgn="base" hangingPunct="1">
        <a:lnSpc>
          <a:spcPct val="90000"/>
        </a:lnSpc>
        <a:spcBef>
          <a:spcPct val="0"/>
        </a:spcBef>
        <a:spcAft>
          <a:spcPct val="0"/>
        </a:spcAft>
        <a:defRPr sz="4400">
          <a:solidFill>
            <a:schemeClr val="tx1"/>
          </a:solidFill>
          <a:latin typeface="Arial" panose="020B0604020202020204" pitchFamily="34" charset="0"/>
        </a:defRPr>
      </a:lvl7pPr>
      <a:lvl8pPr marL="1371600" algn="l" rtl="0" eaLnBrk="1" fontAlgn="base" hangingPunct="1">
        <a:lnSpc>
          <a:spcPct val="90000"/>
        </a:lnSpc>
        <a:spcBef>
          <a:spcPct val="0"/>
        </a:spcBef>
        <a:spcAft>
          <a:spcPct val="0"/>
        </a:spcAft>
        <a:defRPr sz="4400">
          <a:solidFill>
            <a:schemeClr val="tx1"/>
          </a:solidFill>
          <a:latin typeface="Arial" panose="020B0604020202020204" pitchFamily="34" charset="0"/>
        </a:defRPr>
      </a:lvl8pPr>
      <a:lvl9pPr marL="1828800" algn="l" rtl="0" eaLnBrk="1" fontAlgn="base" hangingPunct="1">
        <a:lnSpc>
          <a:spcPct val="90000"/>
        </a:lnSpc>
        <a:spcBef>
          <a:spcPct val="0"/>
        </a:spcBef>
        <a:spcAft>
          <a:spcPct val="0"/>
        </a:spcAft>
        <a:defRPr sz="4400">
          <a:solidFill>
            <a:schemeClr val="tx1"/>
          </a:solidFill>
          <a:latin typeface="Arial" panose="020B0604020202020204" pitchFamily="34" charset="0"/>
        </a:defRPr>
      </a:lvl9pPr>
    </p:titleStyle>
    <p:bodyStyle>
      <a:lvl1pPr marL="222250" marR="0" indent="-211138" algn="l" defTabSz="914400" rtl="0" eaLnBrk="1" fontAlgn="base" latinLnBrk="0" hangingPunct="1">
        <a:lnSpc>
          <a:spcPct val="100000"/>
        </a:lnSpc>
        <a:spcBef>
          <a:spcPts val="1000"/>
        </a:spcBef>
        <a:spcAft>
          <a:spcPct val="0"/>
        </a:spcAft>
        <a:buClrTx/>
        <a:buSzPct val="80000"/>
        <a:buFont typeface="Arial" panose="020B0604020202020204" pitchFamily="34" charset="0"/>
        <a:buChar char="•"/>
        <a:tabLst/>
        <a:defRPr sz="3600" kern="1200" baseline="0">
          <a:solidFill>
            <a:schemeClr val="tx1"/>
          </a:solidFill>
          <a:latin typeface="+mn-lt"/>
          <a:ea typeface="+mn-ea"/>
          <a:cs typeface="+mn-cs"/>
        </a:defRPr>
      </a:lvl1pPr>
      <a:lvl2pPr marL="222250" indent="-211138" algn="l" rtl="0" eaLnBrk="1" fontAlgn="base" hangingPunct="1">
        <a:lnSpc>
          <a:spcPct val="100000"/>
        </a:lnSpc>
        <a:spcBef>
          <a:spcPts val="0"/>
        </a:spcBef>
        <a:spcAft>
          <a:spcPct val="0"/>
        </a:spcAft>
        <a:buSzPct val="80000"/>
        <a:buFont typeface="Arial" panose="020B0604020202020204" pitchFamily="34" charset="0"/>
        <a:buChar char="•"/>
        <a:tabLst/>
        <a:defRPr sz="2400" kern="1200">
          <a:solidFill>
            <a:schemeClr val="tx1"/>
          </a:solidFill>
          <a:latin typeface="+mn-lt"/>
          <a:ea typeface="+mn-ea"/>
          <a:cs typeface="+mn-cs"/>
        </a:defRPr>
      </a:lvl2pPr>
      <a:lvl3pPr marL="222250" indent="-211138" algn="l" rtl="0" eaLnBrk="1" fontAlgn="base" hangingPunct="1">
        <a:lnSpc>
          <a:spcPct val="100000"/>
        </a:lnSpc>
        <a:spcBef>
          <a:spcPts val="500"/>
        </a:spcBef>
        <a:spcAft>
          <a:spcPct val="0"/>
        </a:spcAft>
        <a:buSzPct val="80000"/>
        <a:buFont typeface="Arial" panose="020B0604020202020204" pitchFamily="34" charset="0"/>
        <a:buChar char="•"/>
        <a:tabLst/>
        <a:defRPr sz="1800" kern="1200" baseline="0">
          <a:solidFill>
            <a:schemeClr val="tx1"/>
          </a:solidFill>
          <a:latin typeface="+mn-lt"/>
          <a:ea typeface="+mn-ea"/>
          <a:cs typeface="+mn-cs"/>
        </a:defRPr>
      </a:lvl3pPr>
      <a:lvl4pPr marL="11112" marR="0" indent="0" algn="l" defTabSz="914400" rtl="0" eaLnBrk="1" fontAlgn="base" latinLnBrk="0" hangingPunct="1">
        <a:lnSpc>
          <a:spcPct val="100000"/>
        </a:lnSpc>
        <a:spcBef>
          <a:spcPts val="500"/>
        </a:spcBef>
        <a:spcAft>
          <a:spcPct val="0"/>
        </a:spcAft>
        <a:buClrTx/>
        <a:buSzPct val="80000"/>
        <a:buFont typeface="Arial" panose="020B0604020202020204" pitchFamily="34" charset="0"/>
        <a:buNone/>
        <a:tabLst/>
        <a:defRPr kern="1200">
          <a:solidFill>
            <a:schemeClr val="tx1"/>
          </a:solidFill>
          <a:latin typeface="+mn-lt"/>
          <a:ea typeface="+mn-ea"/>
          <a:cs typeface="+mn-cs"/>
        </a:defRPr>
      </a:lvl4pPr>
      <a:lvl5pPr marL="180975" marR="0" indent="-180975" algn="l" defTabSz="914400" rtl="0" eaLnBrk="1" fontAlgn="base" latinLnBrk="0" hangingPunct="1">
        <a:lnSpc>
          <a:spcPct val="100000"/>
        </a:lnSpc>
        <a:spcBef>
          <a:spcPts val="500"/>
        </a:spcBef>
        <a:spcAft>
          <a:spcPct val="0"/>
        </a:spcAft>
        <a:buClrTx/>
        <a:buSzPct val="80000"/>
        <a:buFont typeface="Arial" panose="020B0604020202020204" pitchFamily="34" charset="0"/>
        <a:buChar char="•"/>
        <a:tabLst/>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000" b="1" dirty="0"/>
              <a:t>S&amp;P 500 Regime Detection</a:t>
            </a:r>
          </a:p>
        </p:txBody>
      </p:sp>
      <p:sp>
        <p:nvSpPr>
          <p:cNvPr id="3" name="Text Placeholder 2"/>
          <p:cNvSpPr>
            <a:spLocks noGrp="1"/>
          </p:cNvSpPr>
          <p:nvPr>
            <p:ph type="body" sz="quarter" idx="11"/>
          </p:nvPr>
        </p:nvSpPr>
        <p:spPr/>
        <p:txBody>
          <a:bodyPr/>
          <a:lstStyle/>
          <a:p>
            <a:pPr algn="l"/>
            <a:r>
              <a:rPr sz="2400" b="0">
                <a:solidFill>
                  <a:srgbClr val="333333"/>
                </a:solidFill>
              </a:rPr>
              <a:t>Are Fed Rate Hikes the Main Trigger
for Bull-to-Bear Regime Switches?</a:t>
            </a:r>
          </a:p>
        </p:txBody>
      </p:sp>
      <p:sp>
        <p:nvSpPr>
          <p:cNvPr id="4" name="Text Placeholder 3"/>
          <p:cNvSpPr>
            <a:spLocks noGrp="1"/>
          </p:cNvSpPr>
          <p:nvPr>
            <p:ph type="body" sz="quarter" idx="10"/>
          </p:nvPr>
        </p:nvSpPr>
        <p:spPr/>
        <p:txBody>
          <a:bodyPr/>
          <a:lstStyle/>
          <a:p>
            <a:pPr algn="l"/>
            <a:r>
              <a:rPr sz="1600" b="0" dirty="0">
                <a:solidFill>
                  <a:schemeClr val="bg1"/>
                </a:solidFill>
              </a:rPr>
              <a:t>COMP0047 — Group 4  |  UCL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200" b="1">
                <a:solidFill>
                  <a:srgbClr val="333333"/>
                </a:solidFill>
              </a:rPr>
              <a:t>Research Question</a:t>
            </a:r>
          </a:p>
        </p:txBody>
      </p:sp>
      <p:sp>
        <p:nvSpPr>
          <p:cNvPr id="3" name="Text Placeholder 2"/>
          <p:cNvSpPr>
            <a:spLocks noGrp="1"/>
          </p:cNvSpPr>
          <p:nvPr>
            <p:ph type="body" sz="quarter" idx="13"/>
          </p:nvPr>
        </p:nvSpPr>
        <p:spPr/>
        <p:txBody>
          <a:bodyPr/>
          <a:lstStyle/>
          <a:p>
            <a:pPr>
              <a:spcBef>
                <a:spcPts val="200"/>
              </a:spcBef>
              <a:spcAft>
                <a:spcPts val="800"/>
              </a:spcAft>
            </a:pPr>
            <a:r>
              <a:rPr sz="2200">
                <a:solidFill>
                  <a:srgbClr val="333333"/>
                </a:solidFill>
              </a:rPr>
              <a:t>"Are Federal Reserve interest rate hikes the</a:t>
            </a:r>
          </a:p>
          <a:p>
            <a:pPr>
              <a:spcBef>
                <a:spcPts val="200"/>
              </a:spcBef>
              <a:spcAft>
                <a:spcPts val="800"/>
              </a:spcAft>
            </a:pPr>
            <a:r>
              <a:rPr sz="2200">
                <a:solidFill>
                  <a:srgbClr val="333333"/>
                </a:solidFill>
              </a:rPr>
              <a:t>main trigger for S&amp;P 500 Bull → Bear switches?"</a:t>
            </a:r>
          </a:p>
          <a:p>
            <a:pPr>
              <a:spcBef>
                <a:spcPts val="200"/>
              </a:spcBef>
              <a:spcAft>
                <a:spcPts val="800"/>
              </a:spcAft>
            </a:pPr>
            <a:endParaRPr sz="2200">
              <a:solidFill>
                <a:srgbClr val="333333"/>
              </a:solidFill>
            </a:endParaRPr>
          </a:p>
          <a:p>
            <a:pPr>
              <a:spcBef>
                <a:spcPts val="200"/>
              </a:spcBef>
              <a:spcAft>
                <a:spcPts val="800"/>
              </a:spcAft>
            </a:pPr>
            <a:r>
              <a:rPr sz="2200">
                <a:solidFill>
                  <a:srgbClr val="333333"/>
                </a:solidFill>
              </a:rPr>
              <a:t>Bull regime: market ≥ 20% above recent trough</a:t>
            </a:r>
          </a:p>
          <a:p>
            <a:pPr>
              <a:spcBef>
                <a:spcPts val="200"/>
              </a:spcBef>
              <a:spcAft>
                <a:spcPts val="800"/>
              </a:spcAft>
            </a:pPr>
            <a:r>
              <a:rPr sz="2200">
                <a:solidFill>
                  <a:srgbClr val="333333"/>
                </a:solidFill>
              </a:rPr>
              <a:t>Bear regime: market ≥ 20% below recent peak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200" b="1">
                <a:solidFill>
                  <a:srgbClr val="333333"/>
                </a:solidFill>
              </a:rPr>
              <a:t>Data: 12 Features × 312 Months</a:t>
            </a:r>
          </a:p>
        </p:txBody>
      </p:sp>
      <p:sp>
        <p:nvSpPr>
          <p:cNvPr id="3" name="Text Placeholder 2"/>
          <p:cNvSpPr>
            <a:spLocks noGrp="1"/>
          </p:cNvSpPr>
          <p:nvPr>
            <p:ph type="body" sz="quarter" idx="13"/>
          </p:nvPr>
        </p:nvSpPr>
        <p:spPr/>
        <p:txBody>
          <a:bodyPr/>
          <a:lstStyle/>
          <a:p>
            <a:pPr>
              <a:spcBef>
                <a:spcPts val="200"/>
              </a:spcBef>
              <a:spcAft>
                <a:spcPts val="800"/>
              </a:spcAft>
            </a:pPr>
            <a:r>
              <a:rPr sz="2200">
                <a:solidFill>
                  <a:srgbClr val="333333"/>
                </a:solidFill>
              </a:rPr>
              <a:t>Technical:  RSI, ROC, MACD, MACDH, Volume, VIX</a:t>
            </a:r>
          </a:p>
          <a:p>
            <a:pPr>
              <a:spcBef>
                <a:spcPts val="200"/>
              </a:spcBef>
              <a:spcAft>
                <a:spcPts val="800"/>
              </a:spcAft>
            </a:pPr>
            <a:r>
              <a:rPr sz="2200">
                <a:solidFill>
                  <a:srgbClr val="333333"/>
                </a:solidFill>
              </a:rPr>
              <a:t>Macro:       Real GDP, Unemployment, Inflation</a:t>
            </a:r>
          </a:p>
          <a:p>
            <a:pPr>
              <a:spcBef>
                <a:spcPts val="200"/>
              </a:spcBef>
              <a:spcAft>
                <a:spcPts val="800"/>
              </a:spcAft>
            </a:pPr>
            <a:r>
              <a:rPr sz="2200">
                <a:solidFill>
                  <a:srgbClr val="333333"/>
                </a:solidFill>
              </a:rPr>
              <a:t>Fed:            Fed Funds Rate, 10Y-2Y Spread</a:t>
            </a:r>
          </a:p>
          <a:p>
            <a:pPr>
              <a:spcBef>
                <a:spcPts val="200"/>
              </a:spcBef>
              <a:spcAft>
                <a:spcPts val="800"/>
              </a:spcAft>
            </a:pPr>
            <a:r>
              <a:rPr sz="2200">
                <a:solidFill>
                  <a:srgbClr val="333333"/>
                </a:solidFill>
              </a:rPr>
              <a:t>Sources:    Yahoo Finance  •  FRED API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800" b="1">
                <a:solidFill>
                  <a:srgbClr val="333333"/>
                </a:solidFill>
              </a:rPr>
              <a:t>Correlation Heatmap</a:t>
            </a:r>
          </a:p>
        </p:txBody>
      </p:sp>
      <p:sp>
        <p:nvSpPr>
          <p:cNvPr id="3" name="Text Placeholder 2"/>
          <p:cNvSpPr>
            <a:spLocks noGrp="1"/>
          </p:cNvSpPr>
          <p:nvPr>
            <p:ph type="body" sz="quarter" idx="13"/>
          </p:nvPr>
        </p:nvSpPr>
        <p:spPr>
          <a:xfrm>
            <a:off x="360000" y="2412000"/>
            <a:ext cx="5479387" cy="3600000"/>
          </a:xfrm>
        </p:spPr>
        <p:txBody>
          <a:bodyPr/>
          <a:lstStyle/>
          <a:p>
            <a:pPr algn="l"/>
            <a:r>
              <a:rPr sz="1800" b="1" dirty="0">
                <a:solidFill>
                  <a:srgbClr val="333333"/>
                </a:solidFill>
              </a:rPr>
              <a:t>Technical indicators cluster together — Fed &amp; macro variables sit apart</a:t>
            </a:r>
          </a:p>
        </p:txBody>
      </p:sp>
      <p:pic>
        <p:nvPicPr>
          <p:cNvPr id="4" name="Picture 3" descr="cell_15_fig_0.png"/>
          <p:cNvPicPr>
            <a:picLocks noChangeAspect="1"/>
          </p:cNvPicPr>
          <p:nvPr/>
        </p:nvPicPr>
        <p:blipFill>
          <a:blip r:embed="rId3"/>
          <a:stretch>
            <a:fillRect/>
          </a:stretch>
        </p:blipFill>
        <p:spPr>
          <a:xfrm>
            <a:off x="5633423" y="899998"/>
            <a:ext cx="6315422" cy="574129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200" b="1">
                <a:solidFill>
                  <a:srgbClr val="333333"/>
                </a:solidFill>
              </a:rPr>
              <a:t>Three Classification Models</a:t>
            </a:r>
          </a:p>
        </p:txBody>
      </p:sp>
      <p:sp>
        <p:nvSpPr>
          <p:cNvPr id="3" name="Text Placeholder 2"/>
          <p:cNvSpPr>
            <a:spLocks noGrp="1"/>
          </p:cNvSpPr>
          <p:nvPr>
            <p:ph type="body" sz="quarter" idx="13"/>
          </p:nvPr>
        </p:nvSpPr>
        <p:spPr/>
        <p:txBody>
          <a:bodyPr/>
          <a:lstStyle/>
          <a:p>
            <a:pPr>
              <a:spcBef>
                <a:spcPts val="200"/>
              </a:spcBef>
              <a:spcAft>
                <a:spcPts val="800"/>
              </a:spcAft>
            </a:pPr>
            <a:r>
              <a:rPr sz="2200">
                <a:solidFill>
                  <a:srgbClr val="333333"/>
                </a:solidFill>
              </a:rPr>
              <a:t>Logistic Regression — 90.5% accuracy</a:t>
            </a:r>
          </a:p>
          <a:p>
            <a:pPr>
              <a:spcBef>
                <a:spcPts val="200"/>
              </a:spcBef>
              <a:spcAft>
                <a:spcPts val="800"/>
              </a:spcAft>
            </a:pPr>
            <a:r>
              <a:rPr sz="2200">
                <a:solidFill>
                  <a:srgbClr val="333333"/>
                </a:solidFill>
              </a:rPr>
              <a:t>Random Forest — 81.0% (balanced class weights)</a:t>
            </a:r>
          </a:p>
          <a:p>
            <a:pPr>
              <a:spcBef>
                <a:spcPts val="200"/>
              </a:spcBef>
              <a:spcAft>
                <a:spcPts val="800"/>
              </a:spcAft>
            </a:pPr>
            <a:r>
              <a:rPr sz="2200">
                <a:solidFill>
                  <a:srgbClr val="333333"/>
                </a:solidFill>
              </a:rPr>
              <a:t>Gradient Boosting — 81.0%</a:t>
            </a:r>
          </a:p>
          <a:p>
            <a:pPr>
              <a:spcBef>
                <a:spcPts val="200"/>
              </a:spcBef>
              <a:spcAft>
                <a:spcPts val="800"/>
              </a:spcAft>
            </a:pPr>
            <a:r>
              <a:rPr sz="2200">
                <a:solidFill>
                  <a:srgbClr val="333333"/>
                </a:solidFill>
              </a:rPr>
              <a:t>80/20 chronological train/test split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800" b="1">
                <a:solidFill>
                  <a:srgbClr val="333333"/>
                </a:solidFill>
              </a:rPr>
              <a:t>Random Forest: Feature Importance</a:t>
            </a:r>
          </a:p>
        </p:txBody>
      </p:sp>
      <p:sp>
        <p:nvSpPr>
          <p:cNvPr id="3" name="Text Placeholder 2"/>
          <p:cNvSpPr>
            <a:spLocks noGrp="1"/>
          </p:cNvSpPr>
          <p:nvPr>
            <p:ph type="body" sz="quarter" idx="13"/>
          </p:nvPr>
        </p:nvSpPr>
        <p:spPr>
          <a:xfrm>
            <a:off x="360000" y="2412000"/>
            <a:ext cx="4806460" cy="3600000"/>
          </a:xfrm>
        </p:spPr>
        <p:txBody>
          <a:bodyPr/>
          <a:lstStyle/>
          <a:p>
            <a:pPr algn="l"/>
            <a:r>
              <a:rPr sz="1800" b="1" dirty="0">
                <a:solidFill>
                  <a:srgbClr val="333333"/>
                </a:solidFill>
              </a:rPr>
              <a:t>Top 3: RSI, ROC, MACDH (momentum).  Fed Rate: #11 out of 12.</a:t>
            </a:r>
          </a:p>
        </p:txBody>
      </p:sp>
      <p:pic>
        <p:nvPicPr>
          <p:cNvPr id="4" name="Picture 3" descr="rf_feature_importance.png"/>
          <p:cNvPicPr>
            <a:picLocks noChangeAspect="1"/>
          </p:cNvPicPr>
          <p:nvPr/>
        </p:nvPicPr>
        <p:blipFill>
          <a:blip r:embed="rId3"/>
          <a:stretch>
            <a:fillRect/>
          </a:stretch>
        </p:blipFill>
        <p:spPr>
          <a:xfrm>
            <a:off x="5166460" y="1257120"/>
            <a:ext cx="6842388" cy="47548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200" b="1">
                <a:solidFill>
                  <a:srgbClr val="333333"/>
                </a:solidFill>
              </a:rPr>
              <a:t>Where Does the Fed Rate Rank?</a:t>
            </a:r>
          </a:p>
        </p:txBody>
      </p:sp>
      <p:sp>
        <p:nvSpPr>
          <p:cNvPr id="3" name="Text Placeholder 2"/>
          <p:cNvSpPr>
            <a:spLocks noGrp="1"/>
          </p:cNvSpPr>
          <p:nvPr>
            <p:ph type="body" sz="quarter" idx="13"/>
          </p:nvPr>
        </p:nvSpPr>
        <p:spPr/>
        <p:txBody>
          <a:bodyPr/>
          <a:lstStyle/>
          <a:p>
            <a:pPr>
              <a:spcBef>
                <a:spcPts val="200"/>
              </a:spcBef>
              <a:spcAft>
                <a:spcPts val="800"/>
              </a:spcAft>
            </a:pPr>
            <a:r>
              <a:rPr sz="2400">
                <a:solidFill>
                  <a:srgbClr val="333333"/>
                </a:solidFill>
              </a:rPr>
              <a:t>Logistic Regression:     #2 / 12</a:t>
            </a:r>
          </a:p>
          <a:p>
            <a:pPr>
              <a:spcBef>
                <a:spcPts val="200"/>
              </a:spcBef>
              <a:spcAft>
                <a:spcPts val="800"/>
              </a:spcAft>
            </a:pPr>
            <a:r>
              <a:rPr sz="2400">
                <a:solidFill>
                  <a:srgbClr val="333333"/>
                </a:solidFill>
              </a:rPr>
              <a:t>Random Forest:              #11 / 12</a:t>
            </a:r>
          </a:p>
          <a:p>
            <a:pPr>
              <a:spcBef>
                <a:spcPts val="200"/>
              </a:spcBef>
              <a:spcAft>
                <a:spcPts val="800"/>
              </a:spcAft>
            </a:pPr>
            <a:r>
              <a:rPr sz="2400">
                <a:solidFill>
                  <a:srgbClr val="333333"/>
                </a:solidFill>
              </a:rPr>
              <a:t>Gradient Boosting:         #10 / 12</a:t>
            </a:r>
          </a:p>
          <a:p>
            <a:pPr>
              <a:spcBef>
                <a:spcPts val="200"/>
              </a:spcBef>
              <a:spcAft>
                <a:spcPts val="800"/>
              </a:spcAft>
            </a:pPr>
            <a:r>
              <a:rPr sz="2400">
                <a:solidFill>
                  <a:srgbClr val="333333"/>
                </a:solidFill>
              </a:rPr>
              <a:t>Cross-model average:     #7.7 / 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800" b="1">
                <a:solidFill>
                  <a:srgbClr val="333333"/>
                </a:solidFill>
              </a:rPr>
              <a:t>Digging Deeper: Lags &amp; Deltas</a:t>
            </a:r>
          </a:p>
        </p:txBody>
      </p:sp>
      <p:sp>
        <p:nvSpPr>
          <p:cNvPr id="3" name="Text Placeholder 2"/>
          <p:cNvSpPr>
            <a:spLocks noGrp="1"/>
          </p:cNvSpPr>
          <p:nvPr>
            <p:ph type="body" sz="quarter" idx="13"/>
          </p:nvPr>
        </p:nvSpPr>
        <p:spPr/>
        <p:txBody>
          <a:bodyPr/>
          <a:lstStyle/>
          <a:p>
            <a:pPr>
              <a:spcBef>
                <a:spcPts val="200"/>
              </a:spcBef>
              <a:spcAft>
                <a:spcPts val="800"/>
              </a:spcAft>
            </a:pPr>
            <a:r>
              <a:rPr sz="1600">
                <a:solidFill>
                  <a:srgbClr val="333333"/>
                </a:solidFill>
              </a:rPr>
              <a:t>Markets price in Fed moves early</a:t>
            </a:r>
          </a:p>
          <a:p>
            <a:pPr>
              <a:spcBef>
                <a:spcPts val="200"/>
              </a:spcBef>
              <a:spcAft>
                <a:spcPts val="800"/>
              </a:spcAft>
            </a:pPr>
            <a:r>
              <a:rPr sz="1600">
                <a:solidFill>
                  <a:srgbClr val="333333"/>
                </a:solidFill>
              </a:rPr>
              <a:t>→ Raw rate is stale by announcement</a:t>
            </a:r>
          </a:p>
          <a:p>
            <a:pPr>
              <a:spcBef>
                <a:spcPts val="200"/>
              </a:spcBef>
              <a:spcAft>
                <a:spcPts val="800"/>
              </a:spcAft>
            </a:pPr>
            <a:endParaRPr sz="1600">
              <a:solidFill>
                <a:srgbClr val="333333"/>
              </a:solidFill>
            </a:endParaRPr>
          </a:p>
          <a:p>
            <a:pPr>
              <a:spcBef>
                <a:spcPts val="200"/>
              </a:spcBef>
              <a:spcAft>
                <a:spcPts val="800"/>
              </a:spcAft>
            </a:pPr>
            <a:r>
              <a:rPr sz="1600">
                <a:solidFill>
                  <a:srgbClr val="333333"/>
                </a:solidFill>
              </a:rPr>
              <a:t>Engineered: 3M/6M lags + deltas</a:t>
            </a:r>
          </a:p>
          <a:p>
            <a:pPr>
              <a:spcBef>
                <a:spcPts val="200"/>
              </a:spcBef>
              <a:spcAft>
                <a:spcPts val="800"/>
              </a:spcAft>
            </a:pPr>
            <a:r>
              <a:rPr sz="1600">
                <a:solidFill>
                  <a:srgbClr val="333333"/>
                </a:solidFill>
              </a:rPr>
              <a:t>L1 pruning: 23 → 11 features</a:t>
            </a:r>
          </a:p>
          <a:p>
            <a:pPr>
              <a:spcBef>
                <a:spcPts val="200"/>
              </a:spcBef>
              <a:spcAft>
                <a:spcPts val="800"/>
              </a:spcAft>
            </a:pPr>
            <a:endParaRPr sz="1600">
              <a:solidFill>
                <a:srgbClr val="333333"/>
              </a:solidFill>
            </a:endParaRPr>
          </a:p>
          <a:p>
            <a:pPr>
              <a:spcBef>
                <a:spcPts val="200"/>
              </a:spcBef>
              <a:spcAft>
                <a:spcPts val="800"/>
              </a:spcAft>
            </a:pPr>
            <a:r>
              <a:rPr sz="1600">
                <a:solidFill>
                  <a:srgbClr val="333333"/>
                </a:solidFill>
              </a:rPr>
              <a:t>Fed 6M Delta: RF #3, LR #5</a:t>
            </a:r>
          </a:p>
          <a:p>
            <a:pPr>
              <a:spcBef>
                <a:spcPts val="200"/>
              </a:spcBef>
              <a:spcAft>
                <a:spcPts val="800"/>
              </a:spcAft>
            </a:pPr>
            <a:r>
              <a:rPr sz="1600">
                <a:solidFill>
                  <a:srgbClr val="333333"/>
                </a:solidFill>
              </a:rPr>
              <a:t>Fed 3M Lag: GB #3</a:t>
            </a:r>
          </a:p>
        </p:txBody>
      </p:sp>
      <p:pic>
        <p:nvPicPr>
          <p:cNvPr id="5" name="Picture 4" descr="cell_50_fig_0.png"/>
          <p:cNvPicPr>
            <a:picLocks noChangeAspect="1"/>
          </p:cNvPicPr>
          <p:nvPr/>
        </p:nvPicPr>
        <p:blipFill>
          <a:blip r:embed="rId3"/>
          <a:stretch>
            <a:fillRect/>
          </a:stretch>
        </p:blipFill>
        <p:spPr>
          <a:xfrm>
            <a:off x="4216727" y="1917221"/>
            <a:ext cx="7975273" cy="393322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600" b="1">
                <a:solidFill>
                  <a:srgbClr val="333333"/>
                </a:solidFill>
              </a:rPr>
              <a:t>Granger Causality: Does the Fed Predict Regimes?</a:t>
            </a:r>
          </a:p>
        </p:txBody>
      </p:sp>
      <p:sp>
        <p:nvSpPr>
          <p:cNvPr id="3" name="Text Placeholder 2"/>
          <p:cNvSpPr>
            <a:spLocks noGrp="1"/>
          </p:cNvSpPr>
          <p:nvPr>
            <p:ph type="body" sz="quarter" idx="13"/>
          </p:nvPr>
        </p:nvSpPr>
        <p:spPr>
          <a:xfrm>
            <a:off x="1870301" y="5958001"/>
            <a:ext cx="8609339" cy="3217430"/>
          </a:xfrm>
        </p:spPr>
        <p:txBody>
          <a:bodyPr/>
          <a:lstStyle/>
          <a:p>
            <a:pPr algn="l"/>
            <a:r>
              <a:rPr lang="en-SG" sz="1800" b="1" dirty="0">
                <a:solidFill>
                  <a:srgbClr val="333333"/>
                </a:solidFill>
              </a:rPr>
              <a:t>After controlling for market signals → Fed adds ≤ 2.5% explained variance</a:t>
            </a:r>
          </a:p>
        </p:txBody>
      </p:sp>
      <p:pic>
        <p:nvPicPr>
          <p:cNvPr id="4" name="Picture 3" descr="2_conditional_granger.png"/>
          <p:cNvPicPr>
            <a:picLocks noChangeAspect="1"/>
          </p:cNvPicPr>
          <p:nvPr/>
        </p:nvPicPr>
        <p:blipFill>
          <a:blip r:embed="rId3"/>
          <a:stretch>
            <a:fillRect/>
          </a:stretch>
        </p:blipFill>
        <p:spPr>
          <a:xfrm>
            <a:off x="360000" y="1570831"/>
            <a:ext cx="11588845" cy="371633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600" b="1">
                <a:solidFill>
                  <a:srgbClr val="333333"/>
                </a:solidFill>
              </a:rPr>
              <a:t>Event Study: What Happens After Rate Hike Starts?</a:t>
            </a:r>
          </a:p>
        </p:txBody>
      </p:sp>
      <p:sp>
        <p:nvSpPr>
          <p:cNvPr id="3" name="Text Placeholder 2"/>
          <p:cNvSpPr>
            <a:spLocks noGrp="1"/>
          </p:cNvSpPr>
          <p:nvPr>
            <p:ph type="body" sz="quarter" idx="13"/>
          </p:nvPr>
        </p:nvSpPr>
        <p:spPr>
          <a:xfrm>
            <a:off x="360000" y="1805825"/>
            <a:ext cx="2794166" cy="3600000"/>
          </a:xfrm>
        </p:spPr>
        <p:txBody>
          <a:bodyPr/>
          <a:lstStyle/>
          <a:p>
            <a:pPr algn="l"/>
            <a:r>
              <a:rPr sz="1800" b="1" dirty="0">
                <a:solidFill>
                  <a:srgbClr val="333333"/>
                </a:solidFill>
              </a:rPr>
              <a:t>Bear frequency falls after hikes: 23.6% → 18.5% → 11.2%.  S&amp;P 500 keeps rising.</a:t>
            </a:r>
          </a:p>
        </p:txBody>
      </p:sp>
      <p:pic>
        <p:nvPicPr>
          <p:cNvPr id="4" name="Picture 3" descr="1_event_study.png"/>
          <p:cNvPicPr>
            <a:picLocks noChangeAspect="1"/>
          </p:cNvPicPr>
          <p:nvPr/>
        </p:nvPicPr>
        <p:blipFill>
          <a:blip r:embed="rId3"/>
          <a:stretch>
            <a:fillRect/>
          </a:stretch>
        </p:blipFill>
        <p:spPr>
          <a:xfrm>
            <a:off x="3313607" y="1226297"/>
            <a:ext cx="8518393" cy="552208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800" b="1">
                <a:solidFill>
                  <a:srgbClr val="333333"/>
                </a:solidFill>
              </a:rPr>
              <a:t>Network Analysis: Who Connects to Regime?</a:t>
            </a:r>
          </a:p>
        </p:txBody>
      </p:sp>
      <p:sp>
        <p:nvSpPr>
          <p:cNvPr id="3" name="Text Placeholder 2"/>
          <p:cNvSpPr>
            <a:spLocks noGrp="1"/>
          </p:cNvSpPr>
          <p:nvPr>
            <p:ph type="body" sz="quarter" idx="13"/>
          </p:nvPr>
        </p:nvSpPr>
        <p:spPr>
          <a:xfrm>
            <a:off x="9025646" y="1580130"/>
            <a:ext cx="3056763" cy="3154497"/>
          </a:xfrm>
        </p:spPr>
        <p:txBody>
          <a:bodyPr/>
          <a:lstStyle/>
          <a:p>
            <a:pPr>
              <a:spcBef>
                <a:spcPts val="200"/>
              </a:spcBef>
              <a:spcAft>
                <a:spcPts val="800"/>
              </a:spcAft>
            </a:pPr>
            <a:r>
              <a:rPr sz="1800" dirty="0">
                <a:solidFill>
                  <a:srgbClr val="333333"/>
                </a:solidFill>
              </a:rPr>
              <a:t>Avg |r| with Regime:</a:t>
            </a:r>
          </a:p>
          <a:p>
            <a:pPr>
              <a:spcBef>
                <a:spcPts val="200"/>
              </a:spcBef>
              <a:spcAft>
                <a:spcPts val="800"/>
              </a:spcAft>
            </a:pPr>
            <a:r>
              <a:rPr sz="1800" dirty="0">
                <a:solidFill>
                  <a:srgbClr val="333333"/>
                </a:solidFill>
              </a:rPr>
              <a:t>  Technical:  0.49</a:t>
            </a:r>
          </a:p>
          <a:p>
            <a:pPr>
              <a:spcBef>
                <a:spcPts val="200"/>
              </a:spcBef>
              <a:spcAft>
                <a:spcPts val="800"/>
              </a:spcAft>
            </a:pPr>
            <a:r>
              <a:rPr sz="1800" dirty="0">
                <a:solidFill>
                  <a:srgbClr val="333333"/>
                </a:solidFill>
              </a:rPr>
              <a:t>  Macro:       0.11</a:t>
            </a:r>
          </a:p>
          <a:p>
            <a:pPr>
              <a:spcBef>
                <a:spcPts val="200"/>
              </a:spcBef>
              <a:spcAft>
                <a:spcPts val="800"/>
              </a:spcAft>
            </a:pPr>
            <a:r>
              <a:rPr sz="1800" dirty="0">
                <a:solidFill>
                  <a:srgbClr val="333333"/>
                </a:solidFill>
              </a:rPr>
              <a:t>  Fed:            0.02</a:t>
            </a:r>
          </a:p>
          <a:p>
            <a:pPr>
              <a:spcBef>
                <a:spcPts val="200"/>
              </a:spcBef>
              <a:spcAft>
                <a:spcPts val="800"/>
              </a:spcAft>
            </a:pPr>
            <a:endParaRPr sz="1800" dirty="0">
              <a:solidFill>
                <a:srgbClr val="333333"/>
              </a:solidFill>
            </a:endParaRPr>
          </a:p>
          <a:p>
            <a:pPr>
              <a:spcBef>
                <a:spcPts val="200"/>
              </a:spcBef>
              <a:spcAft>
                <a:spcPts val="800"/>
              </a:spcAft>
            </a:pPr>
            <a:r>
              <a:rPr sz="1800" dirty="0">
                <a:solidFill>
                  <a:srgbClr val="333333"/>
                </a:solidFill>
              </a:rPr>
              <a:t>Fed Rate = most isolated node</a:t>
            </a:r>
          </a:p>
          <a:p>
            <a:pPr>
              <a:spcBef>
                <a:spcPts val="200"/>
              </a:spcBef>
              <a:spcAft>
                <a:spcPts val="800"/>
              </a:spcAft>
            </a:pPr>
            <a:r>
              <a:rPr sz="1800" dirty="0">
                <a:solidFill>
                  <a:srgbClr val="333333"/>
                </a:solidFill>
              </a:rPr>
              <a:t>Only 3 edges in the graph</a:t>
            </a:r>
          </a:p>
        </p:txBody>
      </p:sp>
      <p:pic>
        <p:nvPicPr>
          <p:cNvPr id="5" name="Picture 4" descr="2_regime_ego_network.png"/>
          <p:cNvPicPr>
            <a:picLocks noChangeAspect="1"/>
          </p:cNvPicPr>
          <p:nvPr/>
        </p:nvPicPr>
        <p:blipFill>
          <a:blip r:embed="rId3"/>
          <a:stretch>
            <a:fillRect/>
          </a:stretch>
        </p:blipFill>
        <p:spPr>
          <a:xfrm>
            <a:off x="241443" y="1580130"/>
            <a:ext cx="8532211" cy="384236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000" b="1">
                <a:solidFill>
                  <a:srgbClr val="333333"/>
                </a:solidFill>
              </a:rPr>
              <a:t>Answer: No — The Fed Is Not the Main Trigger</a:t>
            </a:r>
          </a:p>
        </p:txBody>
      </p:sp>
      <p:sp>
        <p:nvSpPr>
          <p:cNvPr id="3" name="Text Placeholder 2"/>
          <p:cNvSpPr>
            <a:spLocks noGrp="1"/>
          </p:cNvSpPr>
          <p:nvPr>
            <p:ph type="body" sz="quarter" idx="13"/>
          </p:nvPr>
        </p:nvSpPr>
        <p:spPr/>
        <p:txBody>
          <a:bodyPr/>
          <a:lstStyle/>
          <a:p>
            <a:pPr>
              <a:spcBef>
                <a:spcPts val="200"/>
              </a:spcBef>
              <a:spcAft>
                <a:spcPts val="800"/>
              </a:spcAft>
            </a:pPr>
            <a:r>
              <a:rPr sz="2000">
                <a:solidFill>
                  <a:srgbClr val="333333"/>
                </a:solidFill>
              </a:rPr>
              <a:t>Feature Importance: Fed ranks #7.7 / 12</a:t>
            </a:r>
          </a:p>
          <a:p>
            <a:pPr>
              <a:spcBef>
                <a:spcPts val="200"/>
              </a:spcBef>
              <a:spcAft>
                <a:spcPts val="800"/>
              </a:spcAft>
            </a:pPr>
            <a:r>
              <a:rPr sz="2000">
                <a:solidFill>
                  <a:srgbClr val="333333"/>
                </a:solidFill>
              </a:rPr>
              <a:t>Granger Causality: only 2.5% added variance</a:t>
            </a:r>
          </a:p>
          <a:p>
            <a:pPr>
              <a:spcBef>
                <a:spcPts val="200"/>
              </a:spcBef>
              <a:spcAft>
                <a:spcPts val="800"/>
              </a:spcAft>
            </a:pPr>
            <a:r>
              <a:rPr sz="2000">
                <a:solidFill>
                  <a:srgbClr val="333333"/>
                </a:solidFill>
              </a:rPr>
              <a:t>Event Study: bear markets fall after hikes, not rise</a:t>
            </a:r>
          </a:p>
          <a:p>
            <a:pPr>
              <a:spcBef>
                <a:spcPts val="200"/>
              </a:spcBef>
              <a:spcAft>
                <a:spcPts val="800"/>
              </a:spcAft>
            </a:pPr>
            <a:r>
              <a:rPr sz="2000">
                <a:solidFill>
                  <a:srgbClr val="333333"/>
                </a:solidFill>
              </a:rPr>
              <a:t>Network: Fed is the most isolated node from Regime</a:t>
            </a:r>
          </a:p>
          <a:p>
            <a:pPr>
              <a:spcBef>
                <a:spcPts val="200"/>
              </a:spcBef>
              <a:spcAft>
                <a:spcPts val="800"/>
              </a:spcAft>
            </a:pPr>
            <a:endParaRPr sz="2000">
              <a:solidFill>
                <a:srgbClr val="333333"/>
              </a:solidFill>
            </a:endParaRPr>
          </a:p>
          <a:p>
            <a:pPr>
              <a:spcBef>
                <a:spcPts val="200"/>
              </a:spcBef>
              <a:spcAft>
                <a:spcPts val="800"/>
              </a:spcAft>
            </a:pPr>
            <a:r>
              <a:rPr sz="2000">
                <a:solidFill>
                  <a:srgbClr val="333333"/>
                </a:solidFill>
              </a:rPr>
              <a:t>What drives regime switches:</a:t>
            </a:r>
          </a:p>
          <a:p>
            <a:pPr>
              <a:spcBef>
                <a:spcPts val="200"/>
              </a:spcBef>
              <a:spcAft>
                <a:spcPts val="800"/>
              </a:spcAft>
            </a:pPr>
            <a:r>
              <a:rPr sz="2000">
                <a:solidFill>
                  <a:srgbClr val="333333"/>
                </a:solidFill>
              </a:rPr>
              <a:t>→ Market momentum (RSI, ROC) and volatility (VIX)</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200" b="1">
                <a:solidFill>
                  <a:srgbClr val="333333"/>
                </a:solidFill>
              </a:rPr>
              <a:t>Limitations &amp; Future Work</a:t>
            </a:r>
          </a:p>
        </p:txBody>
      </p:sp>
      <p:sp>
        <p:nvSpPr>
          <p:cNvPr id="3" name="Text Placeholder 2"/>
          <p:cNvSpPr>
            <a:spLocks noGrp="1"/>
          </p:cNvSpPr>
          <p:nvPr>
            <p:ph type="body" sz="quarter" idx="13"/>
          </p:nvPr>
        </p:nvSpPr>
        <p:spPr/>
        <p:txBody>
          <a:bodyPr/>
          <a:lstStyle/>
          <a:p>
            <a:pPr>
              <a:spcBef>
                <a:spcPts val="200"/>
              </a:spcBef>
              <a:spcAft>
                <a:spcPts val="800"/>
              </a:spcAft>
            </a:pPr>
            <a:r>
              <a:rPr sz="2200">
                <a:solidFill>
                  <a:srgbClr val="333333"/>
                </a:solidFill>
              </a:rPr>
              <a:t>5:1 class imbalance biases models toward Bull</a:t>
            </a:r>
          </a:p>
          <a:p>
            <a:pPr>
              <a:spcBef>
                <a:spcPts val="200"/>
              </a:spcBef>
              <a:spcAft>
                <a:spcPts val="800"/>
              </a:spcAft>
            </a:pPr>
            <a:r>
              <a:rPr sz="2200">
                <a:solidFill>
                  <a:srgbClr val="333333"/>
                </a:solidFill>
              </a:rPr>
              <a:t>Only 23 hike cycles — small sample for event study</a:t>
            </a:r>
          </a:p>
          <a:p>
            <a:pPr>
              <a:spcBef>
                <a:spcPts val="200"/>
              </a:spcBef>
              <a:spcAft>
                <a:spcPts val="800"/>
              </a:spcAft>
            </a:pPr>
            <a:r>
              <a:rPr sz="2200">
                <a:solidFill>
                  <a:srgbClr val="333333"/>
                </a:solidFill>
              </a:rPr>
              <a:t>Linear methods cannot detect non-linear causality</a:t>
            </a:r>
          </a:p>
          <a:p>
            <a:pPr>
              <a:spcBef>
                <a:spcPts val="200"/>
              </a:spcBef>
              <a:spcAft>
                <a:spcPts val="800"/>
              </a:spcAft>
            </a:pPr>
            <a:r>
              <a:rPr sz="2200">
                <a:solidFill>
                  <a:srgbClr val="333333"/>
                </a:solidFill>
              </a:rPr>
              <a:t>Future: HMMs, dynamic networks, transfer entropy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000" b="1">
                <a:solidFill>
                  <a:srgbClr val="333333"/>
                </a:solidFill>
              </a:rPr>
              <a:t>Thank You</a:t>
            </a:r>
          </a:p>
        </p:txBody>
      </p:sp>
      <p:sp>
        <p:nvSpPr>
          <p:cNvPr id="3" name="Text Placeholder 2"/>
          <p:cNvSpPr>
            <a:spLocks noGrp="1"/>
          </p:cNvSpPr>
          <p:nvPr>
            <p:ph type="body" sz="quarter" idx="15"/>
          </p:nvPr>
        </p:nvSpPr>
        <p:spPr/>
        <p:txBody>
          <a:bodyPr/>
          <a:lstStyle/>
          <a:p>
            <a:pPr algn="l"/>
            <a:r>
              <a:rPr sz="2200" b="0">
                <a:solidFill>
                  <a:srgbClr val="333333"/>
                </a:solidFill>
              </a:rPr>
              <a:t>COMP0047 — Group 4  |  UCL
Questions?</a:t>
            </a: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4"/>
          </p:nvPr>
        </p:nvSpPr>
        <p:spPr/>
        <p:txBody>
          <a:bodyPr/>
          <a:lstStyle/>
          <a:p>
            <a:endParaRPr/>
          </a:p>
        </p:txBody>
      </p:sp>
    </p:spTree>
  </p:cSld>
  <p:clrMapOvr>
    <a:masterClrMapping/>
  </p:clrMapOvr>
</p:sld>
</file>

<file path=ppt/theme/theme1.xml><?xml version="1.0" encoding="utf-8"?>
<a:theme xmlns:a="http://schemas.openxmlformats.org/drawingml/2006/main" name="UCL_Black_Slide_Theme">
  <a:themeElements>
    <a:clrScheme name="UCL Black Theme">
      <a:dk1>
        <a:sysClr val="windowText" lastClr="000000"/>
      </a:dk1>
      <a:lt1>
        <a:srgbClr val="FFFFFF"/>
      </a:lt1>
      <a:dk2>
        <a:srgbClr val="000000"/>
      </a:dk2>
      <a:lt2>
        <a:srgbClr val="E6E6E6"/>
      </a:lt2>
      <a:accent1>
        <a:srgbClr val="F6BE00"/>
      </a:accent1>
      <a:accent2>
        <a:srgbClr val="B5BD00"/>
      </a:accent2>
      <a:accent3>
        <a:srgbClr val="A4DBE8"/>
      </a:accent3>
      <a:accent4>
        <a:srgbClr val="8C8279"/>
      </a:accent4>
      <a:accent5>
        <a:srgbClr val="EA7600"/>
      </a:accent5>
      <a:accent6>
        <a:srgbClr val="E03C31"/>
      </a:accent6>
      <a:hlink>
        <a:srgbClr val="0563C1"/>
      </a:hlink>
      <a:folHlink>
        <a:srgbClr val="954F72"/>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a:defPPr>
      </a:lstStyle>
    </a:txDef>
  </a:objectDefaults>
  <a:extraClrSchemeLst/>
  <a:custClrLst>
    <a:custClr name="name of colour">
      <a:srgbClr val="000000"/>
    </a:custClr>
  </a:custClrLst>
  <a:extLst>
    <a:ext uri="{05A4C25C-085E-4340-85A3-A5531E510DB2}">
      <thm15:themeFamily xmlns:thm15="http://schemas.microsoft.com/office/thememl/2012/main" name="Presentation4" id="{1117F47E-1820-FB44-B702-91BC503BEEB2}" vid="{7AC29BA8-160E-2647-B666-6ADA20DE7EB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D24595B8D704B499AE61E6E0E8E1306" ma:contentTypeVersion="7" ma:contentTypeDescription="Create a new document." ma:contentTypeScope="" ma:versionID="9b0a84a6b3f89cc207aed533d4b0e23d">
  <xsd:schema xmlns:xsd="http://www.w3.org/2001/XMLSchema" xmlns:xs="http://www.w3.org/2001/XMLSchema" xmlns:p="http://schemas.microsoft.com/office/2006/metadata/properties" xmlns:ns2="fa2e8418-939e-472b-8fcb-18d0aba7169c" targetNamespace="http://schemas.microsoft.com/office/2006/metadata/properties" ma:root="true" ma:fieldsID="29e5c86293b3e414905505bdef983d0a" ns2:_="">
    <xsd:import namespace="fa2e8418-939e-472b-8fcb-18d0aba7169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2e8418-939e-472b-8fcb-18d0aba716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23F582D-BF63-4C62-AB37-7230078078AC}">
  <ds:schemaRefs>
    <ds:schemaRef ds:uri="http://schemas.microsoft.com/sharepoint/v3/contenttype/forms"/>
  </ds:schemaRefs>
</ds:datastoreItem>
</file>

<file path=customXml/itemProps2.xml><?xml version="1.0" encoding="utf-8"?>
<ds:datastoreItem xmlns:ds="http://schemas.openxmlformats.org/officeDocument/2006/customXml" ds:itemID="{FC5A8A76-4630-455A-994A-4647EF37C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a2e8418-939e-472b-8fcb-18d0aba7169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058C60A-AE87-425E-BC8D-8571DC074F33}">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184</TotalTime>
  <Words>2590</Words>
  <Application>Microsoft Macintosh PowerPoint</Application>
  <PresentationFormat>Widescreen</PresentationFormat>
  <Paragraphs>175</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UCL_Black_Slide_Theme</vt:lpstr>
      <vt:lpstr>S&amp;P 500 Regime Detection</vt:lpstr>
      <vt:lpstr>Research Question</vt:lpstr>
      <vt:lpstr>Data: 12 Features × 312 Months</vt:lpstr>
      <vt:lpstr>Correlation Heatmap</vt:lpstr>
      <vt:lpstr>Three Classification Models</vt:lpstr>
      <vt:lpstr>Random Forest: Feature Importance</vt:lpstr>
      <vt:lpstr>Where Does the Fed Rate Rank?</vt:lpstr>
      <vt:lpstr>Digging Deeper: Lags &amp; Deltas</vt:lpstr>
      <vt:lpstr>Granger Causality: Does the Fed Predict Regimes?</vt:lpstr>
      <vt:lpstr>Event Study: What Happens After Rate Hike Starts?</vt:lpstr>
      <vt:lpstr>Network Analysis: Who Connects to Regime?</vt:lpstr>
      <vt:lpstr>Answer: No — The Fed Is Not the Main Trigger</vt:lpstr>
      <vt:lpstr>Limitations &amp; Future Work</vt:lpstr>
      <vt:lpstr>Thank You</vt:lpstr>
    </vt:vector>
  </TitlesOfParts>
  <Company>University College London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Petterson, Helen</dc:creator>
  <cp:lastModifiedBy>Tep San</cp:lastModifiedBy>
  <cp:revision>21</cp:revision>
  <dcterms:created xsi:type="dcterms:W3CDTF">2020-09-10T09:35:54Z</dcterms:created>
  <dcterms:modified xsi:type="dcterms:W3CDTF">2026-03-15T18:06:24Z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0x0101009D24595B8D704B499AE61E6E0E8E1306</vt:lpwstr>
  </property>
</Properties>
</file>